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99" r:id="rId1"/>
  </p:sldMasterIdLst>
  <p:sldIdLst>
    <p:sldId id="256" r:id="rId2"/>
    <p:sldId id="257" r:id="rId3"/>
    <p:sldId id="258" r:id="rId4"/>
    <p:sldId id="259" r:id="rId5"/>
    <p:sldId id="260" r:id="rId6"/>
    <p:sldId id="266" r:id="rId7"/>
    <p:sldId id="263" r:id="rId8"/>
    <p:sldId id="264" r:id="rId9"/>
    <p:sldId id="265" r:id="rId10"/>
    <p:sldId id="26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EF95208-0421-414A-AD70-879B6085BE4A}" v="1526" dt="2023-04-28T07:38:24.0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412" autoAdjust="0"/>
    <p:restoredTop sz="94660"/>
  </p:normalViewPr>
  <p:slideViewPr>
    <p:cSldViewPr snapToGrid="0">
      <p:cViewPr varScale="1">
        <p:scale>
          <a:sx n="88" d="100"/>
          <a:sy n="88" d="100"/>
        </p:scale>
        <p:origin x="79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wati hoti" userId="21b8e21fb000eade" providerId="Windows Live" clId="Web-{9EF95208-0421-414A-AD70-879B6085BE4A}"/>
    <pc:docChg chg="addSld delSld modSld sldOrd addMainMaster delMainMaster">
      <pc:chgData name="swati hoti" userId="21b8e21fb000eade" providerId="Windows Live" clId="Web-{9EF95208-0421-414A-AD70-879B6085BE4A}" dt="2023-04-28T07:38:24.021" v="1507" actId="20577"/>
      <pc:docMkLst>
        <pc:docMk/>
      </pc:docMkLst>
      <pc:sldChg chg="addSp delSp modSp mod setBg modClrScheme delDesignElem chgLayout">
        <pc:chgData name="swati hoti" userId="21b8e21fb000eade" providerId="Windows Live" clId="Web-{9EF95208-0421-414A-AD70-879B6085BE4A}" dt="2023-04-28T07:36:25.768" v="1493" actId="14100"/>
        <pc:sldMkLst>
          <pc:docMk/>
          <pc:sldMk cId="109857222" sldId="256"/>
        </pc:sldMkLst>
        <pc:spChg chg="mod ord">
          <ac:chgData name="swati hoti" userId="21b8e21fb000eade" providerId="Windows Live" clId="Web-{9EF95208-0421-414A-AD70-879B6085BE4A}" dt="2023-04-28T06:22:44.273" v="82" actId="20577"/>
          <ac:spMkLst>
            <pc:docMk/>
            <pc:sldMk cId="109857222" sldId="256"/>
            <ac:spMk id="2" creationId="{00000000-0000-0000-0000-000000000000}"/>
          </ac:spMkLst>
        </pc:spChg>
        <pc:spChg chg="mod ord">
          <ac:chgData name="swati hoti" userId="21b8e21fb000eade" providerId="Windows Live" clId="Web-{9EF95208-0421-414A-AD70-879B6085BE4A}" dt="2023-04-28T07:36:25.768" v="1493" actId="14100"/>
          <ac:spMkLst>
            <pc:docMk/>
            <pc:sldMk cId="109857222" sldId="256"/>
            <ac:spMk id="3" creationId="{00000000-0000-0000-0000-000000000000}"/>
          </ac:spMkLst>
        </pc:spChg>
        <pc:spChg chg="add">
          <ac:chgData name="swati hoti" userId="21b8e21fb000eade" providerId="Windows Live" clId="Web-{9EF95208-0421-414A-AD70-879B6085BE4A}" dt="2023-04-28T06:18:06.688" v="18"/>
          <ac:spMkLst>
            <pc:docMk/>
            <pc:sldMk cId="109857222" sldId="256"/>
            <ac:spMk id="5" creationId="{F81819F9-8CAC-4A6C-8F06-0482027F9736}"/>
          </ac:spMkLst>
        </pc:spChg>
        <pc:spChg chg="add">
          <ac:chgData name="swati hoti" userId="21b8e21fb000eade" providerId="Windows Live" clId="Web-{9EF95208-0421-414A-AD70-879B6085BE4A}" dt="2023-04-28T06:18:06.688" v="18"/>
          <ac:spMkLst>
            <pc:docMk/>
            <pc:sldMk cId="109857222" sldId="256"/>
            <ac:spMk id="6" creationId="{4A98CC08-AEC2-4E8F-8F52-0F5C6372DB4F}"/>
          </ac:spMkLst>
        </pc:spChg>
        <pc:spChg chg="add del">
          <ac:chgData name="swati hoti" userId="21b8e21fb000eade" providerId="Windows Live" clId="Web-{9EF95208-0421-414A-AD70-879B6085BE4A}" dt="2023-04-28T06:16:01.716" v="2"/>
          <ac:spMkLst>
            <pc:docMk/>
            <pc:sldMk cId="109857222" sldId="256"/>
            <ac:spMk id="8" creationId="{A7E43364-ACBC-917E-A2A8-B140E00D0A66}"/>
          </ac:spMkLst>
        </pc:spChg>
        <pc:spChg chg="add del">
          <ac:chgData name="swati hoti" userId="21b8e21fb000eade" providerId="Windows Live" clId="Web-{9EF95208-0421-414A-AD70-879B6085BE4A}" dt="2023-04-28T06:16:01.716" v="2"/>
          <ac:spMkLst>
            <pc:docMk/>
            <pc:sldMk cId="109857222" sldId="256"/>
            <ac:spMk id="10" creationId="{EFB2E755-2902-3512-ABBE-E472FC038976}"/>
          </ac:spMkLst>
        </pc:spChg>
        <pc:spChg chg="add">
          <ac:chgData name="swati hoti" userId="21b8e21fb000eade" providerId="Windows Live" clId="Web-{9EF95208-0421-414A-AD70-879B6085BE4A}" dt="2023-04-28T06:18:06.688" v="18"/>
          <ac:spMkLst>
            <pc:docMk/>
            <pc:sldMk cId="109857222" sldId="256"/>
            <ac:spMk id="40" creationId="{1310EFE2-B91D-47E7-B117-C2A802800A7C}"/>
          </ac:spMkLst>
        </pc:spChg>
        <pc:grpChg chg="add">
          <ac:chgData name="swati hoti" userId="21b8e21fb000eade" providerId="Windows Live" clId="Web-{9EF95208-0421-414A-AD70-879B6085BE4A}" dt="2023-04-28T06:18:06.688" v="18"/>
          <ac:grpSpMkLst>
            <pc:docMk/>
            <pc:sldMk cId="109857222" sldId="256"/>
            <ac:grpSpMk id="7" creationId="{5D1545E6-EB3C-4478-A661-A2CA963F129C}"/>
          </ac:grpSpMkLst>
        </pc:grpChg>
        <pc:grpChg chg="add">
          <ac:chgData name="swati hoti" userId="21b8e21fb000eade" providerId="Windows Live" clId="Web-{9EF95208-0421-414A-AD70-879B6085BE4A}" dt="2023-04-28T06:18:06.688" v="18"/>
          <ac:grpSpMkLst>
            <pc:docMk/>
            <pc:sldMk cId="109857222" sldId="256"/>
            <ac:grpSpMk id="26" creationId="{40A75861-F6C5-44A9-B161-B03701CBDE0C}"/>
          </ac:grpSpMkLst>
        </pc:grpChg>
        <pc:cxnChg chg="add del">
          <ac:chgData name="swati hoti" userId="21b8e21fb000eade" providerId="Windows Live" clId="Web-{9EF95208-0421-414A-AD70-879B6085BE4A}" dt="2023-04-28T06:16:01.716" v="2"/>
          <ac:cxnSpMkLst>
            <pc:docMk/>
            <pc:sldMk cId="109857222" sldId="256"/>
            <ac:cxnSpMk id="12" creationId="{5D6A2EB7-6350-58C2-B619-F0C3C0C06C08}"/>
          </ac:cxnSpMkLst>
        </pc:cxnChg>
      </pc:sldChg>
      <pc:sldChg chg="modSp new mod modClrScheme chgLayout">
        <pc:chgData name="swati hoti" userId="21b8e21fb000eade" providerId="Windows Live" clId="Web-{9EF95208-0421-414A-AD70-879B6085BE4A}" dt="2023-04-28T07:01:10.424" v="756" actId="20577"/>
        <pc:sldMkLst>
          <pc:docMk/>
          <pc:sldMk cId="3832116038" sldId="257"/>
        </pc:sldMkLst>
        <pc:spChg chg="mod ord">
          <ac:chgData name="swati hoti" userId="21b8e21fb000eade" providerId="Windows Live" clId="Web-{9EF95208-0421-414A-AD70-879B6085BE4A}" dt="2023-04-28T06:28:32.391" v="193" actId="20577"/>
          <ac:spMkLst>
            <pc:docMk/>
            <pc:sldMk cId="3832116038" sldId="257"/>
            <ac:spMk id="2" creationId="{A799C26B-724E-C226-C94D-FEF720AD6A08}"/>
          </ac:spMkLst>
        </pc:spChg>
        <pc:spChg chg="mod ord">
          <ac:chgData name="swati hoti" userId="21b8e21fb000eade" providerId="Windows Live" clId="Web-{9EF95208-0421-414A-AD70-879B6085BE4A}" dt="2023-04-28T07:01:10.424" v="756" actId="20577"/>
          <ac:spMkLst>
            <pc:docMk/>
            <pc:sldMk cId="3832116038" sldId="257"/>
            <ac:spMk id="3" creationId="{D0D44E27-6A7C-565B-216C-CE3B1C699D73}"/>
          </ac:spMkLst>
        </pc:spChg>
      </pc:sldChg>
      <pc:sldChg chg="addSp delSp modSp new mod setBg">
        <pc:chgData name="swati hoti" userId="21b8e21fb000eade" providerId="Windows Live" clId="Web-{9EF95208-0421-414A-AD70-879B6085BE4A}" dt="2023-04-28T07:38:24.021" v="1507" actId="20577"/>
        <pc:sldMkLst>
          <pc:docMk/>
          <pc:sldMk cId="1259513663" sldId="258"/>
        </pc:sldMkLst>
        <pc:spChg chg="mod">
          <ac:chgData name="swati hoti" userId="21b8e21fb000eade" providerId="Windows Live" clId="Web-{9EF95208-0421-414A-AD70-879B6085BE4A}" dt="2023-04-28T06:36:55.998" v="353"/>
          <ac:spMkLst>
            <pc:docMk/>
            <pc:sldMk cId="1259513663" sldId="258"/>
            <ac:spMk id="2" creationId="{9E685A50-7690-9AA5-CB7C-14250F37A43F}"/>
          </ac:spMkLst>
        </pc:spChg>
        <pc:spChg chg="mod">
          <ac:chgData name="swati hoti" userId="21b8e21fb000eade" providerId="Windows Live" clId="Web-{9EF95208-0421-414A-AD70-879B6085BE4A}" dt="2023-04-28T07:38:24.021" v="1507" actId="20577"/>
          <ac:spMkLst>
            <pc:docMk/>
            <pc:sldMk cId="1259513663" sldId="258"/>
            <ac:spMk id="3" creationId="{C94C1613-55F5-E654-80E6-80BC14BDD181}"/>
          </ac:spMkLst>
        </pc:spChg>
        <pc:picChg chg="add del mod">
          <ac:chgData name="swati hoti" userId="21b8e21fb000eade" providerId="Windows Live" clId="Web-{9EF95208-0421-414A-AD70-879B6085BE4A}" dt="2023-04-28T06:37:19.514" v="354"/>
          <ac:picMkLst>
            <pc:docMk/>
            <pc:sldMk cId="1259513663" sldId="258"/>
            <ac:picMk id="4" creationId="{9F67E278-F0D2-55BF-A57E-503A6D57A944}"/>
          </ac:picMkLst>
        </pc:picChg>
        <pc:picChg chg="add mod">
          <ac:chgData name="swati hoti" userId="21b8e21fb000eade" providerId="Windows Live" clId="Web-{9EF95208-0421-414A-AD70-879B6085BE4A}" dt="2023-04-28T06:40:01.769" v="364" actId="1076"/>
          <ac:picMkLst>
            <pc:docMk/>
            <pc:sldMk cId="1259513663" sldId="258"/>
            <ac:picMk id="5" creationId="{2590E930-ABDA-3F22-594D-C3305ED5CD41}"/>
          </ac:picMkLst>
        </pc:picChg>
      </pc:sldChg>
      <pc:sldChg chg="addSp delSp modSp new">
        <pc:chgData name="swati hoti" userId="21b8e21fb000eade" providerId="Windows Live" clId="Web-{9EF95208-0421-414A-AD70-879B6085BE4A}" dt="2023-04-28T06:32:22.538" v="210" actId="1076"/>
        <pc:sldMkLst>
          <pc:docMk/>
          <pc:sldMk cId="3984597948" sldId="259"/>
        </pc:sldMkLst>
        <pc:spChg chg="del">
          <ac:chgData name="swati hoti" userId="21b8e21fb000eade" providerId="Windows Live" clId="Web-{9EF95208-0421-414A-AD70-879B6085BE4A}" dt="2023-04-28T06:31:26.037" v="199"/>
          <ac:spMkLst>
            <pc:docMk/>
            <pc:sldMk cId="3984597948" sldId="259"/>
            <ac:spMk id="2" creationId="{C177130E-CEE5-4BB9-5E32-2C2C54D76338}"/>
          </ac:spMkLst>
        </pc:spChg>
        <pc:spChg chg="del">
          <ac:chgData name="swati hoti" userId="21b8e21fb000eade" providerId="Windows Live" clId="Web-{9EF95208-0421-414A-AD70-879B6085BE4A}" dt="2023-04-28T06:30:56.817" v="194"/>
          <ac:spMkLst>
            <pc:docMk/>
            <pc:sldMk cId="3984597948" sldId="259"/>
            <ac:spMk id="3" creationId="{73E08A52-B33B-2D62-B65C-CD94695BD73A}"/>
          </ac:spMkLst>
        </pc:spChg>
        <pc:picChg chg="add mod ord">
          <ac:chgData name="swati hoti" userId="21b8e21fb000eade" providerId="Windows Live" clId="Web-{9EF95208-0421-414A-AD70-879B6085BE4A}" dt="2023-04-28T06:32:22.538" v="210" actId="1076"/>
          <ac:picMkLst>
            <pc:docMk/>
            <pc:sldMk cId="3984597948" sldId="259"/>
            <ac:picMk id="4" creationId="{9B80A255-063F-6911-019C-8411615690DF}"/>
          </ac:picMkLst>
        </pc:picChg>
      </pc:sldChg>
      <pc:sldChg chg="modSp new">
        <pc:chgData name="swati hoti" userId="21b8e21fb000eade" providerId="Windows Live" clId="Web-{9EF95208-0421-414A-AD70-879B6085BE4A}" dt="2023-04-28T07:00:05.922" v="741" actId="20577"/>
        <pc:sldMkLst>
          <pc:docMk/>
          <pc:sldMk cId="829390621" sldId="260"/>
        </pc:sldMkLst>
        <pc:spChg chg="mod">
          <ac:chgData name="swati hoti" userId="21b8e21fb000eade" providerId="Windows Live" clId="Web-{9EF95208-0421-414A-AD70-879B6085BE4A}" dt="2023-04-28T06:45:13.449" v="386" actId="20577"/>
          <ac:spMkLst>
            <pc:docMk/>
            <pc:sldMk cId="829390621" sldId="260"/>
            <ac:spMk id="2" creationId="{6B2D5FA1-9D12-C8C9-7694-B4C4A4F8E402}"/>
          </ac:spMkLst>
        </pc:spChg>
        <pc:spChg chg="mod">
          <ac:chgData name="swati hoti" userId="21b8e21fb000eade" providerId="Windows Live" clId="Web-{9EF95208-0421-414A-AD70-879B6085BE4A}" dt="2023-04-28T07:00:05.922" v="741" actId="20577"/>
          <ac:spMkLst>
            <pc:docMk/>
            <pc:sldMk cId="829390621" sldId="260"/>
            <ac:spMk id="3" creationId="{F7B6208F-AAAD-96AD-CBF4-726DF68B40CD}"/>
          </ac:spMkLst>
        </pc:spChg>
      </pc:sldChg>
      <pc:sldChg chg="modSp new del ord">
        <pc:chgData name="swati hoti" userId="21b8e21fb000eade" providerId="Windows Live" clId="Web-{9EF95208-0421-414A-AD70-879B6085BE4A}" dt="2023-04-28T07:17:36.781" v="1178"/>
        <pc:sldMkLst>
          <pc:docMk/>
          <pc:sldMk cId="1590546970" sldId="261"/>
        </pc:sldMkLst>
        <pc:spChg chg="mod">
          <ac:chgData name="swati hoti" userId="21b8e21fb000eade" providerId="Windows Live" clId="Web-{9EF95208-0421-414A-AD70-879B6085BE4A}" dt="2023-04-28T07:17:17.109" v="1150" actId="20577"/>
          <ac:spMkLst>
            <pc:docMk/>
            <pc:sldMk cId="1590546970" sldId="261"/>
            <ac:spMk id="2" creationId="{F60F6A8C-4AAE-0A5C-983C-E9DB15DD6A71}"/>
          </ac:spMkLst>
        </pc:spChg>
        <pc:spChg chg="mod">
          <ac:chgData name="swati hoti" userId="21b8e21fb000eade" providerId="Windows Live" clId="Web-{9EF95208-0421-414A-AD70-879B6085BE4A}" dt="2023-04-28T07:17:18.718" v="1177" actId="20577"/>
          <ac:spMkLst>
            <pc:docMk/>
            <pc:sldMk cId="1590546970" sldId="261"/>
            <ac:spMk id="3" creationId="{995F552E-B66D-AB3A-D6BB-3C48D5AE2BC5}"/>
          </ac:spMkLst>
        </pc:spChg>
      </pc:sldChg>
      <pc:sldChg chg="modSp new del">
        <pc:chgData name="swati hoti" userId="21b8e21fb000eade" providerId="Windows Live" clId="Web-{9EF95208-0421-414A-AD70-879B6085BE4A}" dt="2023-04-28T07:35:53.954" v="1489"/>
        <pc:sldMkLst>
          <pc:docMk/>
          <pc:sldMk cId="103130675" sldId="262"/>
        </pc:sldMkLst>
        <pc:spChg chg="mod">
          <ac:chgData name="swati hoti" userId="21b8e21fb000eade" providerId="Windows Live" clId="Web-{9EF95208-0421-414A-AD70-879B6085BE4A}" dt="2023-04-28T07:17:17.140" v="1151" actId="20577"/>
          <ac:spMkLst>
            <pc:docMk/>
            <pc:sldMk cId="103130675" sldId="262"/>
            <ac:spMk id="2" creationId="{032BDF8C-C79B-4632-7C6E-AF2BF1196ABE}"/>
          </ac:spMkLst>
        </pc:spChg>
        <pc:spChg chg="mod">
          <ac:chgData name="swati hoti" userId="21b8e21fb000eade" providerId="Windows Live" clId="Web-{9EF95208-0421-414A-AD70-879B6085BE4A}" dt="2023-04-28T07:17:18.140" v="1160" actId="20577"/>
          <ac:spMkLst>
            <pc:docMk/>
            <pc:sldMk cId="103130675" sldId="262"/>
            <ac:spMk id="3" creationId="{2D4DBFC7-14FA-F629-4533-DDF6F3D2AD0C}"/>
          </ac:spMkLst>
        </pc:spChg>
      </pc:sldChg>
      <pc:sldChg chg="modSp new">
        <pc:chgData name="swati hoti" userId="21b8e21fb000eade" providerId="Windows Live" clId="Web-{9EF95208-0421-414A-AD70-879B6085BE4A}" dt="2023-04-28T07:37:29.176" v="1500" actId="20577"/>
        <pc:sldMkLst>
          <pc:docMk/>
          <pc:sldMk cId="1588816272" sldId="263"/>
        </pc:sldMkLst>
        <pc:spChg chg="mod">
          <ac:chgData name="swati hoti" userId="21b8e21fb000eade" providerId="Windows Live" clId="Web-{9EF95208-0421-414A-AD70-879B6085BE4A}" dt="2023-04-28T07:21:40.445" v="1236" actId="20577"/>
          <ac:spMkLst>
            <pc:docMk/>
            <pc:sldMk cId="1588816272" sldId="263"/>
            <ac:spMk id="2" creationId="{4CA02A5B-2A7F-01A1-8C1C-239552FD1166}"/>
          </ac:spMkLst>
        </pc:spChg>
        <pc:spChg chg="mod">
          <ac:chgData name="swati hoti" userId="21b8e21fb000eade" providerId="Windows Live" clId="Web-{9EF95208-0421-414A-AD70-879B6085BE4A}" dt="2023-04-28T07:37:29.176" v="1500" actId="20577"/>
          <ac:spMkLst>
            <pc:docMk/>
            <pc:sldMk cId="1588816272" sldId="263"/>
            <ac:spMk id="3" creationId="{B66769F7-7796-F0B5-E019-1ECADCF0D95F}"/>
          </ac:spMkLst>
        </pc:spChg>
      </pc:sldChg>
      <pc:sldChg chg="modSp new">
        <pc:chgData name="swati hoti" userId="21b8e21fb000eade" providerId="Windows Live" clId="Web-{9EF95208-0421-414A-AD70-879B6085BE4A}" dt="2023-04-28T07:34:27.936" v="1480" actId="20577"/>
        <pc:sldMkLst>
          <pc:docMk/>
          <pc:sldMk cId="789825808" sldId="264"/>
        </pc:sldMkLst>
        <pc:spChg chg="mod">
          <ac:chgData name="swati hoti" userId="21b8e21fb000eade" providerId="Windows Live" clId="Web-{9EF95208-0421-414A-AD70-879B6085BE4A}" dt="2023-04-28T07:22:05.961" v="1240" actId="20577"/>
          <ac:spMkLst>
            <pc:docMk/>
            <pc:sldMk cId="789825808" sldId="264"/>
            <ac:spMk id="2" creationId="{814787DF-510B-3793-68A1-50479BA203C8}"/>
          </ac:spMkLst>
        </pc:spChg>
        <pc:spChg chg="mod">
          <ac:chgData name="swati hoti" userId="21b8e21fb000eade" providerId="Windows Live" clId="Web-{9EF95208-0421-414A-AD70-879B6085BE4A}" dt="2023-04-28T07:34:27.936" v="1480" actId="20577"/>
          <ac:spMkLst>
            <pc:docMk/>
            <pc:sldMk cId="789825808" sldId="264"/>
            <ac:spMk id="3" creationId="{8159B519-0F05-B826-6070-6E14F3E5D15B}"/>
          </ac:spMkLst>
        </pc:spChg>
      </pc:sldChg>
      <pc:sldChg chg="modSp new">
        <pc:chgData name="swati hoti" userId="21b8e21fb000eade" providerId="Windows Live" clId="Web-{9EF95208-0421-414A-AD70-879B6085BE4A}" dt="2023-04-28T07:34:01.810" v="1478" actId="20577"/>
        <pc:sldMkLst>
          <pc:docMk/>
          <pc:sldMk cId="2150621636" sldId="265"/>
        </pc:sldMkLst>
        <pc:spChg chg="mod">
          <ac:chgData name="swati hoti" userId="21b8e21fb000eade" providerId="Windows Live" clId="Web-{9EF95208-0421-414A-AD70-879B6085BE4A}" dt="2023-04-28T07:33:03.809" v="1476" actId="20577"/>
          <ac:spMkLst>
            <pc:docMk/>
            <pc:sldMk cId="2150621636" sldId="265"/>
            <ac:spMk id="2" creationId="{E216241D-F3F9-D7F5-D54D-AAC4F58B5002}"/>
          </ac:spMkLst>
        </pc:spChg>
        <pc:spChg chg="mod">
          <ac:chgData name="swati hoti" userId="21b8e21fb000eade" providerId="Windows Live" clId="Web-{9EF95208-0421-414A-AD70-879B6085BE4A}" dt="2023-04-28T07:34:01.810" v="1478" actId="20577"/>
          <ac:spMkLst>
            <pc:docMk/>
            <pc:sldMk cId="2150621636" sldId="265"/>
            <ac:spMk id="3" creationId="{A6F37DF4-E62E-A9DD-964C-EE0C2241EC64}"/>
          </ac:spMkLst>
        </pc:spChg>
      </pc:sldChg>
      <pc:sldChg chg="modSp new">
        <pc:chgData name="swati hoti" userId="21b8e21fb000eade" providerId="Windows Live" clId="Web-{9EF95208-0421-414A-AD70-879B6085BE4A}" dt="2023-04-28T07:37:08.847" v="1495" actId="20577"/>
        <pc:sldMkLst>
          <pc:docMk/>
          <pc:sldMk cId="966657435" sldId="266"/>
        </pc:sldMkLst>
        <pc:spChg chg="mod">
          <ac:chgData name="swati hoti" userId="21b8e21fb000eade" providerId="Windows Live" clId="Web-{9EF95208-0421-414A-AD70-879B6085BE4A}" dt="2023-04-28T07:35:50.032" v="1488" actId="20577"/>
          <ac:spMkLst>
            <pc:docMk/>
            <pc:sldMk cId="966657435" sldId="266"/>
            <ac:spMk id="2" creationId="{8225425C-C127-08EF-6C31-4B3DDFF846F0}"/>
          </ac:spMkLst>
        </pc:spChg>
        <pc:spChg chg="mod">
          <ac:chgData name="swati hoti" userId="21b8e21fb000eade" providerId="Windows Live" clId="Web-{9EF95208-0421-414A-AD70-879B6085BE4A}" dt="2023-04-28T07:37:08.847" v="1495" actId="20577"/>
          <ac:spMkLst>
            <pc:docMk/>
            <pc:sldMk cId="966657435" sldId="266"/>
            <ac:spMk id="3" creationId="{71361128-B4C4-27E7-EBBE-08824AD64742}"/>
          </ac:spMkLst>
        </pc:spChg>
      </pc:sldChg>
      <pc:sldMasterChg chg="del delSldLayout">
        <pc:chgData name="swati hoti" userId="21b8e21fb000eade" providerId="Windows Live" clId="Web-{9EF95208-0421-414A-AD70-879B6085BE4A}" dt="2023-04-28T06:15:36.762" v="0"/>
        <pc:sldMasterMkLst>
          <pc:docMk/>
          <pc:sldMasterMk cId="2460954070" sldId="2147483660"/>
        </pc:sldMasterMkLst>
        <pc:sldLayoutChg chg="del">
          <pc:chgData name="swati hoti" userId="21b8e21fb000eade" providerId="Windows Live" clId="Web-{9EF95208-0421-414A-AD70-879B6085BE4A}" dt="2023-04-28T06:15:36.762" v="0"/>
          <pc:sldLayoutMkLst>
            <pc:docMk/>
            <pc:sldMasterMk cId="2460954070" sldId="2147483660"/>
            <pc:sldLayoutMk cId="2385387890" sldId="2147483661"/>
          </pc:sldLayoutMkLst>
        </pc:sldLayoutChg>
        <pc:sldLayoutChg chg="del">
          <pc:chgData name="swati hoti" userId="21b8e21fb000eade" providerId="Windows Live" clId="Web-{9EF95208-0421-414A-AD70-879B6085BE4A}" dt="2023-04-28T06:15:36.762" v="0"/>
          <pc:sldLayoutMkLst>
            <pc:docMk/>
            <pc:sldMasterMk cId="2460954070" sldId="2147483660"/>
            <pc:sldLayoutMk cId="949138452" sldId="2147483662"/>
          </pc:sldLayoutMkLst>
        </pc:sldLayoutChg>
        <pc:sldLayoutChg chg="del">
          <pc:chgData name="swati hoti" userId="21b8e21fb000eade" providerId="Windows Live" clId="Web-{9EF95208-0421-414A-AD70-879B6085BE4A}" dt="2023-04-28T06:15:36.762" v="0"/>
          <pc:sldLayoutMkLst>
            <pc:docMk/>
            <pc:sldMasterMk cId="2460954070" sldId="2147483660"/>
            <pc:sldLayoutMk cId="2591524520" sldId="2147483663"/>
          </pc:sldLayoutMkLst>
        </pc:sldLayoutChg>
        <pc:sldLayoutChg chg="del">
          <pc:chgData name="swati hoti" userId="21b8e21fb000eade" providerId="Windows Live" clId="Web-{9EF95208-0421-414A-AD70-879B6085BE4A}" dt="2023-04-28T06:15:36.762" v="0"/>
          <pc:sldLayoutMkLst>
            <pc:docMk/>
            <pc:sldMasterMk cId="2460954070" sldId="2147483660"/>
            <pc:sldLayoutMk cId="1203092039" sldId="2147483664"/>
          </pc:sldLayoutMkLst>
        </pc:sldLayoutChg>
        <pc:sldLayoutChg chg="del">
          <pc:chgData name="swati hoti" userId="21b8e21fb000eade" providerId="Windows Live" clId="Web-{9EF95208-0421-414A-AD70-879B6085BE4A}" dt="2023-04-28T06:15:36.762" v="0"/>
          <pc:sldLayoutMkLst>
            <pc:docMk/>
            <pc:sldMasterMk cId="2460954070" sldId="2147483660"/>
            <pc:sldLayoutMk cId="3733172339" sldId="2147483665"/>
          </pc:sldLayoutMkLst>
        </pc:sldLayoutChg>
        <pc:sldLayoutChg chg="del">
          <pc:chgData name="swati hoti" userId="21b8e21fb000eade" providerId="Windows Live" clId="Web-{9EF95208-0421-414A-AD70-879B6085BE4A}" dt="2023-04-28T06:15:36.762" v="0"/>
          <pc:sldLayoutMkLst>
            <pc:docMk/>
            <pc:sldMasterMk cId="2460954070" sldId="2147483660"/>
            <pc:sldLayoutMk cId="3210312558" sldId="2147483666"/>
          </pc:sldLayoutMkLst>
        </pc:sldLayoutChg>
        <pc:sldLayoutChg chg="del">
          <pc:chgData name="swati hoti" userId="21b8e21fb000eade" providerId="Windows Live" clId="Web-{9EF95208-0421-414A-AD70-879B6085BE4A}" dt="2023-04-28T06:15:36.762" v="0"/>
          <pc:sldLayoutMkLst>
            <pc:docMk/>
            <pc:sldMasterMk cId="2460954070" sldId="2147483660"/>
            <pc:sldLayoutMk cId="3146388984" sldId="2147483667"/>
          </pc:sldLayoutMkLst>
        </pc:sldLayoutChg>
        <pc:sldLayoutChg chg="del">
          <pc:chgData name="swati hoti" userId="21b8e21fb000eade" providerId="Windows Live" clId="Web-{9EF95208-0421-414A-AD70-879B6085BE4A}" dt="2023-04-28T06:15:36.762" v="0"/>
          <pc:sldLayoutMkLst>
            <pc:docMk/>
            <pc:sldMasterMk cId="2460954070" sldId="2147483660"/>
            <pc:sldLayoutMk cId="3171841454" sldId="2147483668"/>
          </pc:sldLayoutMkLst>
        </pc:sldLayoutChg>
        <pc:sldLayoutChg chg="del">
          <pc:chgData name="swati hoti" userId="21b8e21fb000eade" providerId="Windows Live" clId="Web-{9EF95208-0421-414A-AD70-879B6085BE4A}" dt="2023-04-28T06:15:36.762" v="0"/>
          <pc:sldLayoutMkLst>
            <pc:docMk/>
            <pc:sldMasterMk cId="2460954070" sldId="2147483660"/>
            <pc:sldLayoutMk cId="1718958274" sldId="2147483669"/>
          </pc:sldLayoutMkLst>
        </pc:sldLayoutChg>
        <pc:sldLayoutChg chg="del">
          <pc:chgData name="swati hoti" userId="21b8e21fb000eade" providerId="Windows Live" clId="Web-{9EF95208-0421-414A-AD70-879B6085BE4A}" dt="2023-04-28T06:15:36.762" v="0"/>
          <pc:sldLayoutMkLst>
            <pc:docMk/>
            <pc:sldMasterMk cId="2460954070" sldId="2147483660"/>
            <pc:sldLayoutMk cId="2202905451" sldId="2147483670"/>
          </pc:sldLayoutMkLst>
        </pc:sldLayoutChg>
        <pc:sldLayoutChg chg="del">
          <pc:chgData name="swati hoti" userId="21b8e21fb000eade" providerId="Windows Live" clId="Web-{9EF95208-0421-414A-AD70-879B6085BE4A}" dt="2023-04-28T06:15:36.762" v="0"/>
          <pc:sldLayoutMkLst>
            <pc:docMk/>
            <pc:sldMasterMk cId="2460954070" sldId="2147483660"/>
            <pc:sldLayoutMk cId="3479445657" sldId="2147483671"/>
          </pc:sldLayoutMkLst>
        </pc:sldLayoutChg>
      </pc:sldMasterChg>
      <pc:sldMasterChg chg="add del addSldLayout delSldLayout">
        <pc:chgData name="swati hoti" userId="21b8e21fb000eade" providerId="Windows Live" clId="Web-{9EF95208-0421-414A-AD70-879B6085BE4A}" dt="2023-04-28T06:16:01.716" v="2"/>
        <pc:sldMasterMkLst>
          <pc:docMk/>
          <pc:sldMasterMk cId="3622164538" sldId="2147483685"/>
        </pc:sldMasterMkLst>
        <pc:sldLayoutChg chg="add del">
          <pc:chgData name="swati hoti" userId="21b8e21fb000eade" providerId="Windows Live" clId="Web-{9EF95208-0421-414A-AD70-879B6085BE4A}" dt="2023-04-28T06:16:01.716" v="2"/>
          <pc:sldLayoutMkLst>
            <pc:docMk/>
            <pc:sldMasterMk cId="3622164538" sldId="2147483685"/>
            <pc:sldLayoutMk cId="2519254041" sldId="2147483674"/>
          </pc:sldLayoutMkLst>
        </pc:sldLayoutChg>
        <pc:sldLayoutChg chg="add del">
          <pc:chgData name="swati hoti" userId="21b8e21fb000eade" providerId="Windows Live" clId="Web-{9EF95208-0421-414A-AD70-879B6085BE4A}" dt="2023-04-28T06:16:01.716" v="2"/>
          <pc:sldLayoutMkLst>
            <pc:docMk/>
            <pc:sldMasterMk cId="3622164538" sldId="2147483685"/>
            <pc:sldLayoutMk cId="3755135467" sldId="2147483675"/>
          </pc:sldLayoutMkLst>
        </pc:sldLayoutChg>
        <pc:sldLayoutChg chg="add del">
          <pc:chgData name="swati hoti" userId="21b8e21fb000eade" providerId="Windows Live" clId="Web-{9EF95208-0421-414A-AD70-879B6085BE4A}" dt="2023-04-28T06:16:01.716" v="2"/>
          <pc:sldLayoutMkLst>
            <pc:docMk/>
            <pc:sldMasterMk cId="3622164538" sldId="2147483685"/>
            <pc:sldLayoutMk cId="1194930335" sldId="2147483676"/>
          </pc:sldLayoutMkLst>
        </pc:sldLayoutChg>
        <pc:sldLayoutChg chg="add del">
          <pc:chgData name="swati hoti" userId="21b8e21fb000eade" providerId="Windows Live" clId="Web-{9EF95208-0421-414A-AD70-879B6085BE4A}" dt="2023-04-28T06:16:01.716" v="2"/>
          <pc:sldLayoutMkLst>
            <pc:docMk/>
            <pc:sldMasterMk cId="3622164538" sldId="2147483685"/>
            <pc:sldLayoutMk cId="1247719758" sldId="2147483677"/>
          </pc:sldLayoutMkLst>
        </pc:sldLayoutChg>
        <pc:sldLayoutChg chg="add del">
          <pc:chgData name="swati hoti" userId="21b8e21fb000eade" providerId="Windows Live" clId="Web-{9EF95208-0421-414A-AD70-879B6085BE4A}" dt="2023-04-28T06:16:01.716" v="2"/>
          <pc:sldLayoutMkLst>
            <pc:docMk/>
            <pc:sldMasterMk cId="3622164538" sldId="2147483685"/>
            <pc:sldLayoutMk cId="1672336522" sldId="2147483678"/>
          </pc:sldLayoutMkLst>
        </pc:sldLayoutChg>
        <pc:sldLayoutChg chg="add del">
          <pc:chgData name="swati hoti" userId="21b8e21fb000eade" providerId="Windows Live" clId="Web-{9EF95208-0421-414A-AD70-879B6085BE4A}" dt="2023-04-28T06:16:01.716" v="2"/>
          <pc:sldLayoutMkLst>
            <pc:docMk/>
            <pc:sldMasterMk cId="3622164538" sldId="2147483685"/>
            <pc:sldLayoutMk cId="2410526023" sldId="2147483679"/>
          </pc:sldLayoutMkLst>
        </pc:sldLayoutChg>
        <pc:sldLayoutChg chg="add del">
          <pc:chgData name="swati hoti" userId="21b8e21fb000eade" providerId="Windows Live" clId="Web-{9EF95208-0421-414A-AD70-879B6085BE4A}" dt="2023-04-28T06:16:01.716" v="2"/>
          <pc:sldLayoutMkLst>
            <pc:docMk/>
            <pc:sldMasterMk cId="3622164538" sldId="2147483685"/>
            <pc:sldLayoutMk cId="3593122086" sldId="2147483680"/>
          </pc:sldLayoutMkLst>
        </pc:sldLayoutChg>
        <pc:sldLayoutChg chg="add del">
          <pc:chgData name="swati hoti" userId="21b8e21fb000eade" providerId="Windows Live" clId="Web-{9EF95208-0421-414A-AD70-879B6085BE4A}" dt="2023-04-28T06:16:01.716" v="2"/>
          <pc:sldLayoutMkLst>
            <pc:docMk/>
            <pc:sldMasterMk cId="3622164538" sldId="2147483685"/>
            <pc:sldLayoutMk cId="4157825212" sldId="2147483681"/>
          </pc:sldLayoutMkLst>
        </pc:sldLayoutChg>
        <pc:sldLayoutChg chg="add del">
          <pc:chgData name="swati hoti" userId="21b8e21fb000eade" providerId="Windows Live" clId="Web-{9EF95208-0421-414A-AD70-879B6085BE4A}" dt="2023-04-28T06:16:01.716" v="2"/>
          <pc:sldLayoutMkLst>
            <pc:docMk/>
            <pc:sldMasterMk cId="3622164538" sldId="2147483685"/>
            <pc:sldLayoutMk cId="953385142" sldId="2147483682"/>
          </pc:sldLayoutMkLst>
        </pc:sldLayoutChg>
        <pc:sldLayoutChg chg="add del">
          <pc:chgData name="swati hoti" userId="21b8e21fb000eade" providerId="Windows Live" clId="Web-{9EF95208-0421-414A-AD70-879B6085BE4A}" dt="2023-04-28T06:16:01.716" v="2"/>
          <pc:sldLayoutMkLst>
            <pc:docMk/>
            <pc:sldMasterMk cId="3622164538" sldId="2147483685"/>
            <pc:sldLayoutMk cId="3430490867" sldId="2147483683"/>
          </pc:sldLayoutMkLst>
        </pc:sldLayoutChg>
        <pc:sldLayoutChg chg="add del">
          <pc:chgData name="swati hoti" userId="21b8e21fb000eade" providerId="Windows Live" clId="Web-{9EF95208-0421-414A-AD70-879B6085BE4A}" dt="2023-04-28T06:16:01.716" v="2"/>
          <pc:sldLayoutMkLst>
            <pc:docMk/>
            <pc:sldMasterMk cId="3622164538" sldId="2147483685"/>
            <pc:sldLayoutMk cId="433717853" sldId="2147483684"/>
          </pc:sldLayoutMkLst>
        </pc:sldLayoutChg>
      </pc:sldMasterChg>
      <pc:sldMasterChg chg="add del addSldLayout delSldLayout modSldLayout">
        <pc:chgData name="swati hoti" userId="21b8e21fb000eade" providerId="Windows Live" clId="Web-{9EF95208-0421-414A-AD70-879B6085BE4A}" dt="2023-04-28T06:16:34.810" v="3"/>
        <pc:sldMasterMkLst>
          <pc:docMk/>
          <pc:sldMasterMk cId="2674574375" sldId="2147483686"/>
        </pc:sldMasterMkLst>
        <pc:sldLayoutChg chg="add del mod replId">
          <pc:chgData name="swati hoti" userId="21b8e21fb000eade" providerId="Windows Live" clId="Web-{9EF95208-0421-414A-AD70-879B6085BE4A}" dt="2023-04-28T06:16:34.810" v="3"/>
          <pc:sldLayoutMkLst>
            <pc:docMk/>
            <pc:sldMasterMk cId="2674574375" sldId="2147483686"/>
            <pc:sldLayoutMk cId="836353829" sldId="2147483687"/>
          </pc:sldLayoutMkLst>
        </pc:sldLayoutChg>
        <pc:sldLayoutChg chg="add del mod replId">
          <pc:chgData name="swati hoti" userId="21b8e21fb000eade" providerId="Windows Live" clId="Web-{9EF95208-0421-414A-AD70-879B6085BE4A}" dt="2023-04-28T06:16:34.810" v="3"/>
          <pc:sldLayoutMkLst>
            <pc:docMk/>
            <pc:sldMasterMk cId="2674574375" sldId="2147483686"/>
            <pc:sldLayoutMk cId="3539288488" sldId="2147483688"/>
          </pc:sldLayoutMkLst>
        </pc:sldLayoutChg>
        <pc:sldLayoutChg chg="add del mod replId">
          <pc:chgData name="swati hoti" userId="21b8e21fb000eade" providerId="Windows Live" clId="Web-{9EF95208-0421-414A-AD70-879B6085BE4A}" dt="2023-04-28T06:16:34.810" v="3"/>
          <pc:sldLayoutMkLst>
            <pc:docMk/>
            <pc:sldMasterMk cId="2674574375" sldId="2147483686"/>
            <pc:sldLayoutMk cId="3944283362" sldId="2147483689"/>
          </pc:sldLayoutMkLst>
        </pc:sldLayoutChg>
        <pc:sldLayoutChg chg="add del mod replId">
          <pc:chgData name="swati hoti" userId="21b8e21fb000eade" providerId="Windows Live" clId="Web-{9EF95208-0421-414A-AD70-879B6085BE4A}" dt="2023-04-28T06:16:34.810" v="3"/>
          <pc:sldLayoutMkLst>
            <pc:docMk/>
            <pc:sldMasterMk cId="2674574375" sldId="2147483686"/>
            <pc:sldLayoutMk cId="149241704" sldId="2147483690"/>
          </pc:sldLayoutMkLst>
        </pc:sldLayoutChg>
        <pc:sldLayoutChg chg="add del mod replId">
          <pc:chgData name="swati hoti" userId="21b8e21fb000eade" providerId="Windows Live" clId="Web-{9EF95208-0421-414A-AD70-879B6085BE4A}" dt="2023-04-28T06:16:34.810" v="3"/>
          <pc:sldLayoutMkLst>
            <pc:docMk/>
            <pc:sldMasterMk cId="2674574375" sldId="2147483686"/>
            <pc:sldLayoutMk cId="1334856272" sldId="2147483691"/>
          </pc:sldLayoutMkLst>
        </pc:sldLayoutChg>
        <pc:sldLayoutChg chg="add del mod replId">
          <pc:chgData name="swati hoti" userId="21b8e21fb000eade" providerId="Windows Live" clId="Web-{9EF95208-0421-414A-AD70-879B6085BE4A}" dt="2023-04-28T06:16:34.810" v="3"/>
          <pc:sldLayoutMkLst>
            <pc:docMk/>
            <pc:sldMasterMk cId="2674574375" sldId="2147483686"/>
            <pc:sldLayoutMk cId="1598875799" sldId="2147483692"/>
          </pc:sldLayoutMkLst>
        </pc:sldLayoutChg>
        <pc:sldLayoutChg chg="add del mod replId">
          <pc:chgData name="swati hoti" userId="21b8e21fb000eade" providerId="Windows Live" clId="Web-{9EF95208-0421-414A-AD70-879B6085BE4A}" dt="2023-04-28T06:16:34.810" v="3"/>
          <pc:sldLayoutMkLst>
            <pc:docMk/>
            <pc:sldMasterMk cId="2674574375" sldId="2147483686"/>
            <pc:sldLayoutMk cId="1366993669" sldId="2147483693"/>
          </pc:sldLayoutMkLst>
        </pc:sldLayoutChg>
        <pc:sldLayoutChg chg="add del mod replId">
          <pc:chgData name="swati hoti" userId="21b8e21fb000eade" providerId="Windows Live" clId="Web-{9EF95208-0421-414A-AD70-879B6085BE4A}" dt="2023-04-28T06:16:34.810" v="3"/>
          <pc:sldLayoutMkLst>
            <pc:docMk/>
            <pc:sldMasterMk cId="2674574375" sldId="2147483686"/>
            <pc:sldLayoutMk cId="1842636816" sldId="2147483694"/>
          </pc:sldLayoutMkLst>
        </pc:sldLayoutChg>
        <pc:sldLayoutChg chg="add del mod replId">
          <pc:chgData name="swati hoti" userId="21b8e21fb000eade" providerId="Windows Live" clId="Web-{9EF95208-0421-414A-AD70-879B6085BE4A}" dt="2023-04-28T06:16:34.810" v="3"/>
          <pc:sldLayoutMkLst>
            <pc:docMk/>
            <pc:sldMasterMk cId="2674574375" sldId="2147483686"/>
            <pc:sldLayoutMk cId="2616464583" sldId="2147483695"/>
          </pc:sldLayoutMkLst>
        </pc:sldLayoutChg>
        <pc:sldLayoutChg chg="add del mod replId">
          <pc:chgData name="swati hoti" userId="21b8e21fb000eade" providerId="Windows Live" clId="Web-{9EF95208-0421-414A-AD70-879B6085BE4A}" dt="2023-04-28T06:16:34.810" v="3"/>
          <pc:sldLayoutMkLst>
            <pc:docMk/>
            <pc:sldMasterMk cId="2674574375" sldId="2147483686"/>
            <pc:sldLayoutMk cId="4050872405" sldId="2147483696"/>
          </pc:sldLayoutMkLst>
        </pc:sldLayoutChg>
        <pc:sldLayoutChg chg="add del mod replId">
          <pc:chgData name="swati hoti" userId="21b8e21fb000eade" providerId="Windows Live" clId="Web-{9EF95208-0421-414A-AD70-879B6085BE4A}" dt="2023-04-28T06:16:34.810" v="3"/>
          <pc:sldLayoutMkLst>
            <pc:docMk/>
            <pc:sldMasterMk cId="2674574375" sldId="2147483686"/>
            <pc:sldLayoutMk cId="2000863035" sldId="2147483697"/>
          </pc:sldLayoutMkLst>
        </pc:sldLayoutChg>
      </pc:sldMasterChg>
      <pc:sldMasterChg chg="add del addSldLayout delSldLayout modSldLayout">
        <pc:chgData name="swati hoti" userId="21b8e21fb000eade" providerId="Windows Live" clId="Web-{9EF95208-0421-414A-AD70-879B6085BE4A}" dt="2023-04-28T06:16:40.686" v="4"/>
        <pc:sldMasterMkLst>
          <pc:docMk/>
          <pc:sldMasterMk cId="1906015314" sldId="2147483698"/>
        </pc:sldMasterMkLst>
        <pc:sldLayoutChg chg="add del mod replId">
          <pc:chgData name="swati hoti" userId="21b8e21fb000eade" providerId="Windows Live" clId="Web-{9EF95208-0421-414A-AD70-879B6085BE4A}" dt="2023-04-28T06:16:40.686" v="4"/>
          <pc:sldLayoutMkLst>
            <pc:docMk/>
            <pc:sldMasterMk cId="1906015314" sldId="2147483698"/>
            <pc:sldLayoutMk cId="425361542" sldId="2147483699"/>
          </pc:sldLayoutMkLst>
        </pc:sldLayoutChg>
        <pc:sldLayoutChg chg="add del mod replId">
          <pc:chgData name="swati hoti" userId="21b8e21fb000eade" providerId="Windows Live" clId="Web-{9EF95208-0421-414A-AD70-879B6085BE4A}" dt="2023-04-28T06:16:40.686" v="4"/>
          <pc:sldLayoutMkLst>
            <pc:docMk/>
            <pc:sldMasterMk cId="1906015314" sldId="2147483698"/>
            <pc:sldLayoutMk cId="3753800003" sldId="2147483700"/>
          </pc:sldLayoutMkLst>
        </pc:sldLayoutChg>
        <pc:sldLayoutChg chg="add del mod replId">
          <pc:chgData name="swati hoti" userId="21b8e21fb000eade" providerId="Windows Live" clId="Web-{9EF95208-0421-414A-AD70-879B6085BE4A}" dt="2023-04-28T06:16:40.686" v="4"/>
          <pc:sldLayoutMkLst>
            <pc:docMk/>
            <pc:sldMasterMk cId="1906015314" sldId="2147483698"/>
            <pc:sldLayoutMk cId="1546698343" sldId="2147483701"/>
          </pc:sldLayoutMkLst>
        </pc:sldLayoutChg>
        <pc:sldLayoutChg chg="add del mod replId">
          <pc:chgData name="swati hoti" userId="21b8e21fb000eade" providerId="Windows Live" clId="Web-{9EF95208-0421-414A-AD70-879B6085BE4A}" dt="2023-04-28T06:16:40.686" v="4"/>
          <pc:sldLayoutMkLst>
            <pc:docMk/>
            <pc:sldMasterMk cId="1906015314" sldId="2147483698"/>
            <pc:sldLayoutMk cId="685300238" sldId="2147483702"/>
          </pc:sldLayoutMkLst>
        </pc:sldLayoutChg>
        <pc:sldLayoutChg chg="add del mod replId">
          <pc:chgData name="swati hoti" userId="21b8e21fb000eade" providerId="Windows Live" clId="Web-{9EF95208-0421-414A-AD70-879B6085BE4A}" dt="2023-04-28T06:16:40.686" v="4"/>
          <pc:sldLayoutMkLst>
            <pc:docMk/>
            <pc:sldMasterMk cId="1906015314" sldId="2147483698"/>
            <pc:sldLayoutMk cId="3363373559" sldId="2147483703"/>
          </pc:sldLayoutMkLst>
        </pc:sldLayoutChg>
        <pc:sldLayoutChg chg="add del mod replId">
          <pc:chgData name="swati hoti" userId="21b8e21fb000eade" providerId="Windows Live" clId="Web-{9EF95208-0421-414A-AD70-879B6085BE4A}" dt="2023-04-28T06:16:40.686" v="4"/>
          <pc:sldLayoutMkLst>
            <pc:docMk/>
            <pc:sldMasterMk cId="1906015314" sldId="2147483698"/>
            <pc:sldLayoutMk cId="4171585547" sldId="2147483704"/>
          </pc:sldLayoutMkLst>
        </pc:sldLayoutChg>
        <pc:sldLayoutChg chg="add del mod replId">
          <pc:chgData name="swati hoti" userId="21b8e21fb000eade" providerId="Windows Live" clId="Web-{9EF95208-0421-414A-AD70-879B6085BE4A}" dt="2023-04-28T06:16:40.686" v="4"/>
          <pc:sldLayoutMkLst>
            <pc:docMk/>
            <pc:sldMasterMk cId="1906015314" sldId="2147483698"/>
            <pc:sldLayoutMk cId="4014874677" sldId="2147483705"/>
          </pc:sldLayoutMkLst>
        </pc:sldLayoutChg>
        <pc:sldLayoutChg chg="add del mod replId">
          <pc:chgData name="swati hoti" userId="21b8e21fb000eade" providerId="Windows Live" clId="Web-{9EF95208-0421-414A-AD70-879B6085BE4A}" dt="2023-04-28T06:16:40.686" v="4"/>
          <pc:sldLayoutMkLst>
            <pc:docMk/>
            <pc:sldMasterMk cId="1906015314" sldId="2147483698"/>
            <pc:sldLayoutMk cId="1808621059" sldId="2147483706"/>
          </pc:sldLayoutMkLst>
        </pc:sldLayoutChg>
        <pc:sldLayoutChg chg="add del mod replId">
          <pc:chgData name="swati hoti" userId="21b8e21fb000eade" providerId="Windows Live" clId="Web-{9EF95208-0421-414A-AD70-879B6085BE4A}" dt="2023-04-28T06:16:40.686" v="4"/>
          <pc:sldLayoutMkLst>
            <pc:docMk/>
            <pc:sldMasterMk cId="1906015314" sldId="2147483698"/>
            <pc:sldLayoutMk cId="4223821473" sldId="2147483707"/>
          </pc:sldLayoutMkLst>
        </pc:sldLayoutChg>
        <pc:sldLayoutChg chg="add del mod replId">
          <pc:chgData name="swati hoti" userId="21b8e21fb000eade" providerId="Windows Live" clId="Web-{9EF95208-0421-414A-AD70-879B6085BE4A}" dt="2023-04-28T06:16:40.686" v="4"/>
          <pc:sldLayoutMkLst>
            <pc:docMk/>
            <pc:sldMasterMk cId="1906015314" sldId="2147483698"/>
            <pc:sldLayoutMk cId="1742888183" sldId="2147483708"/>
          </pc:sldLayoutMkLst>
        </pc:sldLayoutChg>
        <pc:sldLayoutChg chg="add del mod replId">
          <pc:chgData name="swati hoti" userId="21b8e21fb000eade" providerId="Windows Live" clId="Web-{9EF95208-0421-414A-AD70-879B6085BE4A}" dt="2023-04-28T06:16:40.686" v="4"/>
          <pc:sldLayoutMkLst>
            <pc:docMk/>
            <pc:sldMasterMk cId="1906015314" sldId="2147483698"/>
            <pc:sldLayoutMk cId="2311972854" sldId="2147483709"/>
          </pc:sldLayoutMkLst>
        </pc:sldLayoutChg>
      </pc:sldMasterChg>
      <pc:sldMasterChg chg="add del addSldLayout delSldLayout modSldLayout">
        <pc:chgData name="swati hoti" userId="21b8e21fb000eade" providerId="Windows Live" clId="Web-{9EF95208-0421-414A-AD70-879B6085BE4A}" dt="2023-04-28T06:16:45.358" v="5"/>
        <pc:sldMasterMkLst>
          <pc:docMk/>
          <pc:sldMasterMk cId="580117940" sldId="2147483710"/>
        </pc:sldMasterMkLst>
        <pc:sldLayoutChg chg="add del mod replId">
          <pc:chgData name="swati hoti" userId="21b8e21fb000eade" providerId="Windows Live" clId="Web-{9EF95208-0421-414A-AD70-879B6085BE4A}" dt="2023-04-28T06:16:45.358" v="5"/>
          <pc:sldLayoutMkLst>
            <pc:docMk/>
            <pc:sldMasterMk cId="580117940" sldId="2147483710"/>
            <pc:sldLayoutMk cId="1287489432" sldId="2147483711"/>
          </pc:sldLayoutMkLst>
        </pc:sldLayoutChg>
        <pc:sldLayoutChg chg="add del mod replId">
          <pc:chgData name="swati hoti" userId="21b8e21fb000eade" providerId="Windows Live" clId="Web-{9EF95208-0421-414A-AD70-879B6085BE4A}" dt="2023-04-28T06:16:45.358" v="5"/>
          <pc:sldLayoutMkLst>
            <pc:docMk/>
            <pc:sldMasterMk cId="580117940" sldId="2147483710"/>
            <pc:sldLayoutMk cId="1529804498" sldId="2147483712"/>
          </pc:sldLayoutMkLst>
        </pc:sldLayoutChg>
        <pc:sldLayoutChg chg="add del mod replId">
          <pc:chgData name="swati hoti" userId="21b8e21fb000eade" providerId="Windows Live" clId="Web-{9EF95208-0421-414A-AD70-879B6085BE4A}" dt="2023-04-28T06:16:45.358" v="5"/>
          <pc:sldLayoutMkLst>
            <pc:docMk/>
            <pc:sldMasterMk cId="580117940" sldId="2147483710"/>
            <pc:sldLayoutMk cId="3620245787" sldId="2147483713"/>
          </pc:sldLayoutMkLst>
        </pc:sldLayoutChg>
        <pc:sldLayoutChg chg="add del mod replId">
          <pc:chgData name="swati hoti" userId="21b8e21fb000eade" providerId="Windows Live" clId="Web-{9EF95208-0421-414A-AD70-879B6085BE4A}" dt="2023-04-28T06:16:45.358" v="5"/>
          <pc:sldLayoutMkLst>
            <pc:docMk/>
            <pc:sldMasterMk cId="580117940" sldId="2147483710"/>
            <pc:sldLayoutMk cId="1593302038" sldId="2147483714"/>
          </pc:sldLayoutMkLst>
        </pc:sldLayoutChg>
        <pc:sldLayoutChg chg="add del mod replId">
          <pc:chgData name="swati hoti" userId="21b8e21fb000eade" providerId="Windows Live" clId="Web-{9EF95208-0421-414A-AD70-879B6085BE4A}" dt="2023-04-28T06:16:45.358" v="5"/>
          <pc:sldLayoutMkLst>
            <pc:docMk/>
            <pc:sldMasterMk cId="580117940" sldId="2147483710"/>
            <pc:sldLayoutMk cId="4043784153" sldId="2147483715"/>
          </pc:sldLayoutMkLst>
        </pc:sldLayoutChg>
        <pc:sldLayoutChg chg="add del mod replId">
          <pc:chgData name="swati hoti" userId="21b8e21fb000eade" providerId="Windows Live" clId="Web-{9EF95208-0421-414A-AD70-879B6085BE4A}" dt="2023-04-28T06:16:45.358" v="5"/>
          <pc:sldLayoutMkLst>
            <pc:docMk/>
            <pc:sldMasterMk cId="580117940" sldId="2147483710"/>
            <pc:sldLayoutMk cId="1566867509" sldId="2147483716"/>
          </pc:sldLayoutMkLst>
        </pc:sldLayoutChg>
        <pc:sldLayoutChg chg="add del mod replId">
          <pc:chgData name="swati hoti" userId="21b8e21fb000eade" providerId="Windows Live" clId="Web-{9EF95208-0421-414A-AD70-879B6085BE4A}" dt="2023-04-28T06:16:45.358" v="5"/>
          <pc:sldLayoutMkLst>
            <pc:docMk/>
            <pc:sldMasterMk cId="580117940" sldId="2147483710"/>
            <pc:sldLayoutMk cId="105587080" sldId="2147483717"/>
          </pc:sldLayoutMkLst>
        </pc:sldLayoutChg>
        <pc:sldLayoutChg chg="add del mod replId">
          <pc:chgData name="swati hoti" userId="21b8e21fb000eade" providerId="Windows Live" clId="Web-{9EF95208-0421-414A-AD70-879B6085BE4A}" dt="2023-04-28T06:16:45.358" v="5"/>
          <pc:sldLayoutMkLst>
            <pc:docMk/>
            <pc:sldMasterMk cId="580117940" sldId="2147483710"/>
            <pc:sldLayoutMk cId="1688179664" sldId="2147483718"/>
          </pc:sldLayoutMkLst>
        </pc:sldLayoutChg>
        <pc:sldLayoutChg chg="add del mod replId">
          <pc:chgData name="swati hoti" userId="21b8e21fb000eade" providerId="Windows Live" clId="Web-{9EF95208-0421-414A-AD70-879B6085BE4A}" dt="2023-04-28T06:16:45.358" v="5"/>
          <pc:sldLayoutMkLst>
            <pc:docMk/>
            <pc:sldMasterMk cId="580117940" sldId="2147483710"/>
            <pc:sldLayoutMk cId="3630009839" sldId="2147483719"/>
          </pc:sldLayoutMkLst>
        </pc:sldLayoutChg>
        <pc:sldLayoutChg chg="add del mod replId">
          <pc:chgData name="swati hoti" userId="21b8e21fb000eade" providerId="Windows Live" clId="Web-{9EF95208-0421-414A-AD70-879B6085BE4A}" dt="2023-04-28T06:16:45.358" v="5"/>
          <pc:sldLayoutMkLst>
            <pc:docMk/>
            <pc:sldMasterMk cId="580117940" sldId="2147483710"/>
            <pc:sldLayoutMk cId="265345352" sldId="2147483720"/>
          </pc:sldLayoutMkLst>
        </pc:sldLayoutChg>
        <pc:sldLayoutChg chg="add del mod replId">
          <pc:chgData name="swati hoti" userId="21b8e21fb000eade" providerId="Windows Live" clId="Web-{9EF95208-0421-414A-AD70-879B6085BE4A}" dt="2023-04-28T06:16:45.358" v="5"/>
          <pc:sldLayoutMkLst>
            <pc:docMk/>
            <pc:sldMasterMk cId="580117940" sldId="2147483710"/>
            <pc:sldLayoutMk cId="824306789" sldId="2147483721"/>
          </pc:sldLayoutMkLst>
        </pc:sldLayoutChg>
        <pc:sldLayoutChg chg="add del mod replId">
          <pc:chgData name="swati hoti" userId="21b8e21fb000eade" providerId="Windows Live" clId="Web-{9EF95208-0421-414A-AD70-879B6085BE4A}" dt="2023-04-28T06:16:45.358" v="5"/>
          <pc:sldLayoutMkLst>
            <pc:docMk/>
            <pc:sldMasterMk cId="580117940" sldId="2147483710"/>
            <pc:sldLayoutMk cId="2467028926" sldId="2147483722"/>
          </pc:sldLayoutMkLst>
        </pc:sldLayoutChg>
        <pc:sldLayoutChg chg="add del mod replId">
          <pc:chgData name="swati hoti" userId="21b8e21fb000eade" providerId="Windows Live" clId="Web-{9EF95208-0421-414A-AD70-879B6085BE4A}" dt="2023-04-28T06:16:45.358" v="5"/>
          <pc:sldLayoutMkLst>
            <pc:docMk/>
            <pc:sldMasterMk cId="580117940" sldId="2147483710"/>
            <pc:sldLayoutMk cId="3998061338" sldId="2147483723"/>
          </pc:sldLayoutMkLst>
        </pc:sldLayoutChg>
        <pc:sldLayoutChg chg="add del mod replId">
          <pc:chgData name="swati hoti" userId="21b8e21fb000eade" providerId="Windows Live" clId="Web-{9EF95208-0421-414A-AD70-879B6085BE4A}" dt="2023-04-28T06:16:45.358" v="5"/>
          <pc:sldLayoutMkLst>
            <pc:docMk/>
            <pc:sldMasterMk cId="580117940" sldId="2147483710"/>
            <pc:sldLayoutMk cId="773346906" sldId="2147483724"/>
          </pc:sldLayoutMkLst>
        </pc:sldLayoutChg>
        <pc:sldLayoutChg chg="add del mod replId">
          <pc:chgData name="swati hoti" userId="21b8e21fb000eade" providerId="Windows Live" clId="Web-{9EF95208-0421-414A-AD70-879B6085BE4A}" dt="2023-04-28T06:16:45.358" v="5"/>
          <pc:sldLayoutMkLst>
            <pc:docMk/>
            <pc:sldMasterMk cId="580117940" sldId="2147483710"/>
            <pc:sldLayoutMk cId="2613275553" sldId="2147483725"/>
          </pc:sldLayoutMkLst>
        </pc:sldLayoutChg>
        <pc:sldLayoutChg chg="add del mod replId">
          <pc:chgData name="swati hoti" userId="21b8e21fb000eade" providerId="Windows Live" clId="Web-{9EF95208-0421-414A-AD70-879B6085BE4A}" dt="2023-04-28T06:16:45.358" v="5"/>
          <pc:sldLayoutMkLst>
            <pc:docMk/>
            <pc:sldMasterMk cId="580117940" sldId="2147483710"/>
            <pc:sldLayoutMk cId="2641637745" sldId="2147483726"/>
          </pc:sldLayoutMkLst>
        </pc:sldLayoutChg>
        <pc:sldLayoutChg chg="add del mod replId">
          <pc:chgData name="swati hoti" userId="21b8e21fb000eade" providerId="Windows Live" clId="Web-{9EF95208-0421-414A-AD70-879B6085BE4A}" dt="2023-04-28T06:16:45.358" v="5"/>
          <pc:sldLayoutMkLst>
            <pc:docMk/>
            <pc:sldMasterMk cId="580117940" sldId="2147483710"/>
            <pc:sldLayoutMk cId="911624564" sldId="2147483727"/>
          </pc:sldLayoutMkLst>
        </pc:sldLayoutChg>
      </pc:sldMasterChg>
      <pc:sldMasterChg chg="add del addSldLayout delSldLayout modSldLayout">
        <pc:chgData name="swati hoti" userId="21b8e21fb000eade" providerId="Windows Live" clId="Web-{9EF95208-0421-414A-AD70-879B6085BE4A}" dt="2023-04-28T06:16:50.670" v="6"/>
        <pc:sldMasterMkLst>
          <pc:docMk/>
          <pc:sldMasterMk cId="3712364801" sldId="2147483728"/>
        </pc:sldMasterMkLst>
        <pc:sldLayoutChg chg="add del mod replId">
          <pc:chgData name="swati hoti" userId="21b8e21fb000eade" providerId="Windows Live" clId="Web-{9EF95208-0421-414A-AD70-879B6085BE4A}" dt="2023-04-28T06:16:50.670" v="6"/>
          <pc:sldLayoutMkLst>
            <pc:docMk/>
            <pc:sldMasterMk cId="3712364801" sldId="2147483728"/>
            <pc:sldLayoutMk cId="991691422" sldId="2147483729"/>
          </pc:sldLayoutMkLst>
        </pc:sldLayoutChg>
        <pc:sldLayoutChg chg="add del mod replId">
          <pc:chgData name="swati hoti" userId="21b8e21fb000eade" providerId="Windows Live" clId="Web-{9EF95208-0421-414A-AD70-879B6085BE4A}" dt="2023-04-28T06:16:50.670" v="6"/>
          <pc:sldLayoutMkLst>
            <pc:docMk/>
            <pc:sldMasterMk cId="3712364801" sldId="2147483728"/>
            <pc:sldLayoutMk cId="4002876473" sldId="2147483730"/>
          </pc:sldLayoutMkLst>
        </pc:sldLayoutChg>
        <pc:sldLayoutChg chg="add del mod replId">
          <pc:chgData name="swati hoti" userId="21b8e21fb000eade" providerId="Windows Live" clId="Web-{9EF95208-0421-414A-AD70-879B6085BE4A}" dt="2023-04-28T06:16:50.670" v="6"/>
          <pc:sldLayoutMkLst>
            <pc:docMk/>
            <pc:sldMasterMk cId="3712364801" sldId="2147483728"/>
            <pc:sldLayoutMk cId="2666998244" sldId="2147483731"/>
          </pc:sldLayoutMkLst>
        </pc:sldLayoutChg>
        <pc:sldLayoutChg chg="add del mod replId">
          <pc:chgData name="swati hoti" userId="21b8e21fb000eade" providerId="Windows Live" clId="Web-{9EF95208-0421-414A-AD70-879B6085BE4A}" dt="2023-04-28T06:16:50.670" v="6"/>
          <pc:sldLayoutMkLst>
            <pc:docMk/>
            <pc:sldMasterMk cId="3712364801" sldId="2147483728"/>
            <pc:sldLayoutMk cId="3158727963" sldId="2147483732"/>
          </pc:sldLayoutMkLst>
        </pc:sldLayoutChg>
        <pc:sldLayoutChg chg="add del mod replId">
          <pc:chgData name="swati hoti" userId="21b8e21fb000eade" providerId="Windows Live" clId="Web-{9EF95208-0421-414A-AD70-879B6085BE4A}" dt="2023-04-28T06:16:50.670" v="6"/>
          <pc:sldLayoutMkLst>
            <pc:docMk/>
            <pc:sldMasterMk cId="3712364801" sldId="2147483728"/>
            <pc:sldLayoutMk cId="638219065" sldId="2147483733"/>
          </pc:sldLayoutMkLst>
        </pc:sldLayoutChg>
        <pc:sldLayoutChg chg="add del mod replId">
          <pc:chgData name="swati hoti" userId="21b8e21fb000eade" providerId="Windows Live" clId="Web-{9EF95208-0421-414A-AD70-879B6085BE4A}" dt="2023-04-28T06:16:50.670" v="6"/>
          <pc:sldLayoutMkLst>
            <pc:docMk/>
            <pc:sldMasterMk cId="3712364801" sldId="2147483728"/>
            <pc:sldLayoutMk cId="3929485806" sldId="2147483734"/>
          </pc:sldLayoutMkLst>
        </pc:sldLayoutChg>
        <pc:sldLayoutChg chg="add del mod replId">
          <pc:chgData name="swati hoti" userId="21b8e21fb000eade" providerId="Windows Live" clId="Web-{9EF95208-0421-414A-AD70-879B6085BE4A}" dt="2023-04-28T06:16:50.670" v="6"/>
          <pc:sldLayoutMkLst>
            <pc:docMk/>
            <pc:sldMasterMk cId="3712364801" sldId="2147483728"/>
            <pc:sldLayoutMk cId="1260521720" sldId="2147483735"/>
          </pc:sldLayoutMkLst>
        </pc:sldLayoutChg>
        <pc:sldLayoutChg chg="add del mod replId">
          <pc:chgData name="swati hoti" userId="21b8e21fb000eade" providerId="Windows Live" clId="Web-{9EF95208-0421-414A-AD70-879B6085BE4A}" dt="2023-04-28T06:16:50.670" v="6"/>
          <pc:sldLayoutMkLst>
            <pc:docMk/>
            <pc:sldMasterMk cId="3712364801" sldId="2147483728"/>
            <pc:sldLayoutMk cId="1933795718" sldId="2147483736"/>
          </pc:sldLayoutMkLst>
        </pc:sldLayoutChg>
        <pc:sldLayoutChg chg="add del mod replId">
          <pc:chgData name="swati hoti" userId="21b8e21fb000eade" providerId="Windows Live" clId="Web-{9EF95208-0421-414A-AD70-879B6085BE4A}" dt="2023-04-28T06:16:50.670" v="6"/>
          <pc:sldLayoutMkLst>
            <pc:docMk/>
            <pc:sldMasterMk cId="3712364801" sldId="2147483728"/>
            <pc:sldLayoutMk cId="3608184971" sldId="2147483737"/>
          </pc:sldLayoutMkLst>
        </pc:sldLayoutChg>
        <pc:sldLayoutChg chg="add del mod replId">
          <pc:chgData name="swati hoti" userId="21b8e21fb000eade" providerId="Windows Live" clId="Web-{9EF95208-0421-414A-AD70-879B6085BE4A}" dt="2023-04-28T06:16:50.670" v="6"/>
          <pc:sldLayoutMkLst>
            <pc:docMk/>
            <pc:sldMasterMk cId="3712364801" sldId="2147483728"/>
            <pc:sldLayoutMk cId="3318003357" sldId="2147483738"/>
          </pc:sldLayoutMkLst>
        </pc:sldLayoutChg>
        <pc:sldLayoutChg chg="add del mod replId">
          <pc:chgData name="swati hoti" userId="21b8e21fb000eade" providerId="Windows Live" clId="Web-{9EF95208-0421-414A-AD70-879B6085BE4A}" dt="2023-04-28T06:16:50.670" v="6"/>
          <pc:sldLayoutMkLst>
            <pc:docMk/>
            <pc:sldMasterMk cId="3712364801" sldId="2147483728"/>
            <pc:sldLayoutMk cId="3868643142" sldId="2147483739"/>
          </pc:sldLayoutMkLst>
        </pc:sldLayoutChg>
        <pc:sldLayoutChg chg="add del mod replId">
          <pc:chgData name="swati hoti" userId="21b8e21fb000eade" providerId="Windows Live" clId="Web-{9EF95208-0421-414A-AD70-879B6085BE4A}" dt="2023-04-28T06:16:50.670" v="6"/>
          <pc:sldLayoutMkLst>
            <pc:docMk/>
            <pc:sldMasterMk cId="3712364801" sldId="2147483728"/>
            <pc:sldLayoutMk cId="2140701250" sldId="2147483740"/>
          </pc:sldLayoutMkLst>
        </pc:sldLayoutChg>
        <pc:sldLayoutChg chg="add del mod replId">
          <pc:chgData name="swati hoti" userId="21b8e21fb000eade" providerId="Windows Live" clId="Web-{9EF95208-0421-414A-AD70-879B6085BE4A}" dt="2023-04-28T06:16:50.670" v="6"/>
          <pc:sldLayoutMkLst>
            <pc:docMk/>
            <pc:sldMasterMk cId="3712364801" sldId="2147483728"/>
            <pc:sldLayoutMk cId="3153392226" sldId="2147483741"/>
          </pc:sldLayoutMkLst>
        </pc:sldLayoutChg>
        <pc:sldLayoutChg chg="add del mod replId">
          <pc:chgData name="swati hoti" userId="21b8e21fb000eade" providerId="Windows Live" clId="Web-{9EF95208-0421-414A-AD70-879B6085BE4A}" dt="2023-04-28T06:16:50.670" v="6"/>
          <pc:sldLayoutMkLst>
            <pc:docMk/>
            <pc:sldMasterMk cId="3712364801" sldId="2147483728"/>
            <pc:sldLayoutMk cId="1557972223" sldId="2147483742"/>
          </pc:sldLayoutMkLst>
        </pc:sldLayoutChg>
        <pc:sldLayoutChg chg="add del mod replId">
          <pc:chgData name="swati hoti" userId="21b8e21fb000eade" providerId="Windows Live" clId="Web-{9EF95208-0421-414A-AD70-879B6085BE4A}" dt="2023-04-28T06:16:50.670" v="6"/>
          <pc:sldLayoutMkLst>
            <pc:docMk/>
            <pc:sldMasterMk cId="3712364801" sldId="2147483728"/>
            <pc:sldLayoutMk cId="3103734288" sldId="2147483743"/>
          </pc:sldLayoutMkLst>
        </pc:sldLayoutChg>
        <pc:sldLayoutChg chg="add del mod replId">
          <pc:chgData name="swati hoti" userId="21b8e21fb000eade" providerId="Windows Live" clId="Web-{9EF95208-0421-414A-AD70-879B6085BE4A}" dt="2023-04-28T06:16:50.670" v="6"/>
          <pc:sldLayoutMkLst>
            <pc:docMk/>
            <pc:sldMasterMk cId="3712364801" sldId="2147483728"/>
            <pc:sldLayoutMk cId="722594520" sldId="2147483744"/>
          </pc:sldLayoutMkLst>
        </pc:sldLayoutChg>
        <pc:sldLayoutChg chg="add del mod replId">
          <pc:chgData name="swati hoti" userId="21b8e21fb000eade" providerId="Windows Live" clId="Web-{9EF95208-0421-414A-AD70-879B6085BE4A}" dt="2023-04-28T06:16:50.670" v="6"/>
          <pc:sldLayoutMkLst>
            <pc:docMk/>
            <pc:sldMasterMk cId="3712364801" sldId="2147483728"/>
            <pc:sldLayoutMk cId="2745009992" sldId="2147483745"/>
          </pc:sldLayoutMkLst>
        </pc:sldLayoutChg>
      </pc:sldMasterChg>
      <pc:sldMasterChg chg="add del addSldLayout delSldLayout modSldLayout">
        <pc:chgData name="swati hoti" userId="21b8e21fb000eade" providerId="Windows Live" clId="Web-{9EF95208-0421-414A-AD70-879B6085BE4A}" dt="2023-04-28T06:16:56.889" v="7"/>
        <pc:sldMasterMkLst>
          <pc:docMk/>
          <pc:sldMasterMk cId="1693770180" sldId="2147483746"/>
        </pc:sldMasterMkLst>
        <pc:sldLayoutChg chg="add del mod replId">
          <pc:chgData name="swati hoti" userId="21b8e21fb000eade" providerId="Windows Live" clId="Web-{9EF95208-0421-414A-AD70-879B6085BE4A}" dt="2023-04-28T06:16:56.889" v="7"/>
          <pc:sldLayoutMkLst>
            <pc:docMk/>
            <pc:sldMasterMk cId="1693770180" sldId="2147483746"/>
            <pc:sldLayoutMk cId="937521307" sldId="2147483747"/>
          </pc:sldLayoutMkLst>
        </pc:sldLayoutChg>
        <pc:sldLayoutChg chg="add del mod replId">
          <pc:chgData name="swati hoti" userId="21b8e21fb000eade" providerId="Windows Live" clId="Web-{9EF95208-0421-414A-AD70-879B6085BE4A}" dt="2023-04-28T06:16:56.889" v="7"/>
          <pc:sldLayoutMkLst>
            <pc:docMk/>
            <pc:sldMasterMk cId="1693770180" sldId="2147483746"/>
            <pc:sldLayoutMk cId="2723940538" sldId="2147483748"/>
          </pc:sldLayoutMkLst>
        </pc:sldLayoutChg>
        <pc:sldLayoutChg chg="add del mod replId">
          <pc:chgData name="swati hoti" userId="21b8e21fb000eade" providerId="Windows Live" clId="Web-{9EF95208-0421-414A-AD70-879B6085BE4A}" dt="2023-04-28T06:16:56.889" v="7"/>
          <pc:sldLayoutMkLst>
            <pc:docMk/>
            <pc:sldMasterMk cId="1693770180" sldId="2147483746"/>
            <pc:sldLayoutMk cId="1577121028" sldId="2147483749"/>
          </pc:sldLayoutMkLst>
        </pc:sldLayoutChg>
        <pc:sldLayoutChg chg="add del mod replId">
          <pc:chgData name="swati hoti" userId="21b8e21fb000eade" providerId="Windows Live" clId="Web-{9EF95208-0421-414A-AD70-879B6085BE4A}" dt="2023-04-28T06:16:56.889" v="7"/>
          <pc:sldLayoutMkLst>
            <pc:docMk/>
            <pc:sldMasterMk cId="1693770180" sldId="2147483746"/>
            <pc:sldLayoutMk cId="1959948828" sldId="2147483750"/>
          </pc:sldLayoutMkLst>
        </pc:sldLayoutChg>
        <pc:sldLayoutChg chg="add del mod replId">
          <pc:chgData name="swati hoti" userId="21b8e21fb000eade" providerId="Windows Live" clId="Web-{9EF95208-0421-414A-AD70-879B6085BE4A}" dt="2023-04-28T06:16:56.889" v="7"/>
          <pc:sldLayoutMkLst>
            <pc:docMk/>
            <pc:sldMasterMk cId="1693770180" sldId="2147483746"/>
            <pc:sldLayoutMk cId="3950834105" sldId="2147483751"/>
          </pc:sldLayoutMkLst>
        </pc:sldLayoutChg>
        <pc:sldLayoutChg chg="add del mod replId">
          <pc:chgData name="swati hoti" userId="21b8e21fb000eade" providerId="Windows Live" clId="Web-{9EF95208-0421-414A-AD70-879B6085BE4A}" dt="2023-04-28T06:16:56.889" v="7"/>
          <pc:sldLayoutMkLst>
            <pc:docMk/>
            <pc:sldMasterMk cId="1693770180" sldId="2147483746"/>
            <pc:sldLayoutMk cId="2742336048" sldId="2147483752"/>
          </pc:sldLayoutMkLst>
        </pc:sldLayoutChg>
        <pc:sldLayoutChg chg="add del mod replId">
          <pc:chgData name="swati hoti" userId="21b8e21fb000eade" providerId="Windows Live" clId="Web-{9EF95208-0421-414A-AD70-879B6085BE4A}" dt="2023-04-28T06:16:56.889" v="7"/>
          <pc:sldLayoutMkLst>
            <pc:docMk/>
            <pc:sldMasterMk cId="1693770180" sldId="2147483746"/>
            <pc:sldLayoutMk cId="2101095776" sldId="2147483753"/>
          </pc:sldLayoutMkLst>
        </pc:sldLayoutChg>
        <pc:sldLayoutChg chg="add del mod replId">
          <pc:chgData name="swati hoti" userId="21b8e21fb000eade" providerId="Windows Live" clId="Web-{9EF95208-0421-414A-AD70-879B6085BE4A}" dt="2023-04-28T06:16:56.889" v="7"/>
          <pc:sldLayoutMkLst>
            <pc:docMk/>
            <pc:sldMasterMk cId="1693770180" sldId="2147483746"/>
            <pc:sldLayoutMk cId="3881342254" sldId="2147483754"/>
          </pc:sldLayoutMkLst>
        </pc:sldLayoutChg>
        <pc:sldLayoutChg chg="add del mod replId">
          <pc:chgData name="swati hoti" userId="21b8e21fb000eade" providerId="Windows Live" clId="Web-{9EF95208-0421-414A-AD70-879B6085BE4A}" dt="2023-04-28T06:16:56.889" v="7"/>
          <pc:sldLayoutMkLst>
            <pc:docMk/>
            <pc:sldMasterMk cId="1693770180" sldId="2147483746"/>
            <pc:sldLayoutMk cId="589979575" sldId="2147483755"/>
          </pc:sldLayoutMkLst>
        </pc:sldLayoutChg>
        <pc:sldLayoutChg chg="add del mod replId">
          <pc:chgData name="swati hoti" userId="21b8e21fb000eade" providerId="Windows Live" clId="Web-{9EF95208-0421-414A-AD70-879B6085BE4A}" dt="2023-04-28T06:16:56.889" v="7"/>
          <pc:sldLayoutMkLst>
            <pc:docMk/>
            <pc:sldMasterMk cId="1693770180" sldId="2147483746"/>
            <pc:sldLayoutMk cId="1261213351" sldId="2147483756"/>
          </pc:sldLayoutMkLst>
        </pc:sldLayoutChg>
        <pc:sldLayoutChg chg="add del mod replId">
          <pc:chgData name="swati hoti" userId="21b8e21fb000eade" providerId="Windows Live" clId="Web-{9EF95208-0421-414A-AD70-879B6085BE4A}" dt="2023-04-28T06:16:56.889" v="7"/>
          <pc:sldLayoutMkLst>
            <pc:docMk/>
            <pc:sldMasterMk cId="1693770180" sldId="2147483746"/>
            <pc:sldLayoutMk cId="1637584518" sldId="2147483757"/>
          </pc:sldLayoutMkLst>
        </pc:sldLayoutChg>
      </pc:sldMasterChg>
      <pc:sldMasterChg chg="add del addSldLayout delSldLayout modSldLayout">
        <pc:chgData name="swati hoti" userId="21b8e21fb000eade" providerId="Windows Live" clId="Web-{9EF95208-0421-414A-AD70-879B6085BE4A}" dt="2023-04-28T06:17:01.702" v="8"/>
        <pc:sldMasterMkLst>
          <pc:docMk/>
          <pc:sldMasterMk cId="1058615285" sldId="2147483758"/>
        </pc:sldMasterMkLst>
        <pc:sldLayoutChg chg="add del mod replId">
          <pc:chgData name="swati hoti" userId="21b8e21fb000eade" providerId="Windows Live" clId="Web-{9EF95208-0421-414A-AD70-879B6085BE4A}" dt="2023-04-28T06:17:01.702" v="8"/>
          <pc:sldLayoutMkLst>
            <pc:docMk/>
            <pc:sldMasterMk cId="1058615285" sldId="2147483758"/>
            <pc:sldLayoutMk cId="3456403137" sldId="2147483759"/>
          </pc:sldLayoutMkLst>
        </pc:sldLayoutChg>
        <pc:sldLayoutChg chg="add del mod replId">
          <pc:chgData name="swati hoti" userId="21b8e21fb000eade" providerId="Windows Live" clId="Web-{9EF95208-0421-414A-AD70-879B6085BE4A}" dt="2023-04-28T06:17:01.702" v="8"/>
          <pc:sldLayoutMkLst>
            <pc:docMk/>
            <pc:sldMasterMk cId="1058615285" sldId="2147483758"/>
            <pc:sldLayoutMk cId="2929214223" sldId="2147483760"/>
          </pc:sldLayoutMkLst>
        </pc:sldLayoutChg>
        <pc:sldLayoutChg chg="add del mod replId">
          <pc:chgData name="swati hoti" userId="21b8e21fb000eade" providerId="Windows Live" clId="Web-{9EF95208-0421-414A-AD70-879B6085BE4A}" dt="2023-04-28T06:17:01.702" v="8"/>
          <pc:sldLayoutMkLst>
            <pc:docMk/>
            <pc:sldMasterMk cId="1058615285" sldId="2147483758"/>
            <pc:sldLayoutMk cId="2309628809" sldId="2147483761"/>
          </pc:sldLayoutMkLst>
        </pc:sldLayoutChg>
        <pc:sldLayoutChg chg="add del mod replId">
          <pc:chgData name="swati hoti" userId="21b8e21fb000eade" providerId="Windows Live" clId="Web-{9EF95208-0421-414A-AD70-879B6085BE4A}" dt="2023-04-28T06:17:01.702" v="8"/>
          <pc:sldLayoutMkLst>
            <pc:docMk/>
            <pc:sldMasterMk cId="1058615285" sldId="2147483758"/>
            <pc:sldLayoutMk cId="2198655804" sldId="2147483762"/>
          </pc:sldLayoutMkLst>
        </pc:sldLayoutChg>
        <pc:sldLayoutChg chg="add del mod replId">
          <pc:chgData name="swati hoti" userId="21b8e21fb000eade" providerId="Windows Live" clId="Web-{9EF95208-0421-414A-AD70-879B6085BE4A}" dt="2023-04-28T06:17:01.702" v="8"/>
          <pc:sldLayoutMkLst>
            <pc:docMk/>
            <pc:sldMasterMk cId="1058615285" sldId="2147483758"/>
            <pc:sldLayoutMk cId="271366904" sldId="2147483763"/>
          </pc:sldLayoutMkLst>
        </pc:sldLayoutChg>
        <pc:sldLayoutChg chg="add del mod replId">
          <pc:chgData name="swati hoti" userId="21b8e21fb000eade" providerId="Windows Live" clId="Web-{9EF95208-0421-414A-AD70-879B6085BE4A}" dt="2023-04-28T06:17:01.702" v="8"/>
          <pc:sldLayoutMkLst>
            <pc:docMk/>
            <pc:sldMasterMk cId="1058615285" sldId="2147483758"/>
            <pc:sldLayoutMk cId="437482581" sldId="2147483764"/>
          </pc:sldLayoutMkLst>
        </pc:sldLayoutChg>
        <pc:sldLayoutChg chg="add del mod replId">
          <pc:chgData name="swati hoti" userId="21b8e21fb000eade" providerId="Windows Live" clId="Web-{9EF95208-0421-414A-AD70-879B6085BE4A}" dt="2023-04-28T06:17:01.702" v="8"/>
          <pc:sldLayoutMkLst>
            <pc:docMk/>
            <pc:sldMasterMk cId="1058615285" sldId="2147483758"/>
            <pc:sldLayoutMk cId="560446111" sldId="2147483765"/>
          </pc:sldLayoutMkLst>
        </pc:sldLayoutChg>
        <pc:sldLayoutChg chg="add del mod replId">
          <pc:chgData name="swati hoti" userId="21b8e21fb000eade" providerId="Windows Live" clId="Web-{9EF95208-0421-414A-AD70-879B6085BE4A}" dt="2023-04-28T06:17:01.702" v="8"/>
          <pc:sldLayoutMkLst>
            <pc:docMk/>
            <pc:sldMasterMk cId="1058615285" sldId="2147483758"/>
            <pc:sldLayoutMk cId="2621238724" sldId="2147483766"/>
          </pc:sldLayoutMkLst>
        </pc:sldLayoutChg>
        <pc:sldLayoutChg chg="add del mod replId">
          <pc:chgData name="swati hoti" userId="21b8e21fb000eade" providerId="Windows Live" clId="Web-{9EF95208-0421-414A-AD70-879B6085BE4A}" dt="2023-04-28T06:17:01.702" v="8"/>
          <pc:sldLayoutMkLst>
            <pc:docMk/>
            <pc:sldMasterMk cId="1058615285" sldId="2147483758"/>
            <pc:sldLayoutMk cId="2004780841" sldId="2147483767"/>
          </pc:sldLayoutMkLst>
        </pc:sldLayoutChg>
        <pc:sldLayoutChg chg="add del mod replId">
          <pc:chgData name="swati hoti" userId="21b8e21fb000eade" providerId="Windows Live" clId="Web-{9EF95208-0421-414A-AD70-879B6085BE4A}" dt="2023-04-28T06:17:01.702" v="8"/>
          <pc:sldLayoutMkLst>
            <pc:docMk/>
            <pc:sldMasterMk cId="1058615285" sldId="2147483758"/>
            <pc:sldLayoutMk cId="2406759814" sldId="2147483768"/>
          </pc:sldLayoutMkLst>
        </pc:sldLayoutChg>
        <pc:sldLayoutChg chg="add del mod replId">
          <pc:chgData name="swati hoti" userId="21b8e21fb000eade" providerId="Windows Live" clId="Web-{9EF95208-0421-414A-AD70-879B6085BE4A}" dt="2023-04-28T06:17:01.702" v="8"/>
          <pc:sldLayoutMkLst>
            <pc:docMk/>
            <pc:sldMasterMk cId="1058615285" sldId="2147483758"/>
            <pc:sldLayoutMk cId="327790749" sldId="2147483769"/>
          </pc:sldLayoutMkLst>
        </pc:sldLayoutChg>
        <pc:sldLayoutChg chg="add del mod replId">
          <pc:chgData name="swati hoti" userId="21b8e21fb000eade" providerId="Windows Live" clId="Web-{9EF95208-0421-414A-AD70-879B6085BE4A}" dt="2023-04-28T06:17:01.702" v="8"/>
          <pc:sldLayoutMkLst>
            <pc:docMk/>
            <pc:sldMasterMk cId="1058615285" sldId="2147483758"/>
            <pc:sldLayoutMk cId="96042720" sldId="2147483770"/>
          </pc:sldLayoutMkLst>
        </pc:sldLayoutChg>
        <pc:sldLayoutChg chg="add del mod replId">
          <pc:chgData name="swati hoti" userId="21b8e21fb000eade" providerId="Windows Live" clId="Web-{9EF95208-0421-414A-AD70-879B6085BE4A}" dt="2023-04-28T06:17:01.702" v="8"/>
          <pc:sldLayoutMkLst>
            <pc:docMk/>
            <pc:sldMasterMk cId="1058615285" sldId="2147483758"/>
            <pc:sldLayoutMk cId="4113074182" sldId="2147483771"/>
          </pc:sldLayoutMkLst>
        </pc:sldLayoutChg>
        <pc:sldLayoutChg chg="add del mod replId">
          <pc:chgData name="swati hoti" userId="21b8e21fb000eade" providerId="Windows Live" clId="Web-{9EF95208-0421-414A-AD70-879B6085BE4A}" dt="2023-04-28T06:17:01.702" v="8"/>
          <pc:sldLayoutMkLst>
            <pc:docMk/>
            <pc:sldMasterMk cId="1058615285" sldId="2147483758"/>
            <pc:sldLayoutMk cId="1751796606" sldId="2147483772"/>
          </pc:sldLayoutMkLst>
        </pc:sldLayoutChg>
        <pc:sldLayoutChg chg="add del mod replId">
          <pc:chgData name="swati hoti" userId="21b8e21fb000eade" providerId="Windows Live" clId="Web-{9EF95208-0421-414A-AD70-879B6085BE4A}" dt="2023-04-28T06:17:01.702" v="8"/>
          <pc:sldLayoutMkLst>
            <pc:docMk/>
            <pc:sldMasterMk cId="1058615285" sldId="2147483758"/>
            <pc:sldLayoutMk cId="4038312430" sldId="2147483773"/>
          </pc:sldLayoutMkLst>
        </pc:sldLayoutChg>
        <pc:sldLayoutChg chg="add del mod replId">
          <pc:chgData name="swati hoti" userId="21b8e21fb000eade" providerId="Windows Live" clId="Web-{9EF95208-0421-414A-AD70-879B6085BE4A}" dt="2023-04-28T06:17:01.702" v="8"/>
          <pc:sldLayoutMkLst>
            <pc:docMk/>
            <pc:sldMasterMk cId="1058615285" sldId="2147483758"/>
            <pc:sldLayoutMk cId="914375797" sldId="2147483774"/>
          </pc:sldLayoutMkLst>
        </pc:sldLayoutChg>
        <pc:sldLayoutChg chg="add del mod replId">
          <pc:chgData name="swati hoti" userId="21b8e21fb000eade" providerId="Windows Live" clId="Web-{9EF95208-0421-414A-AD70-879B6085BE4A}" dt="2023-04-28T06:17:01.702" v="8"/>
          <pc:sldLayoutMkLst>
            <pc:docMk/>
            <pc:sldMasterMk cId="1058615285" sldId="2147483758"/>
            <pc:sldLayoutMk cId="3730108328" sldId="2147483775"/>
          </pc:sldLayoutMkLst>
        </pc:sldLayoutChg>
      </pc:sldMasterChg>
      <pc:sldMasterChg chg="add del addSldLayout delSldLayout modSldLayout">
        <pc:chgData name="swati hoti" userId="21b8e21fb000eade" providerId="Windows Live" clId="Web-{9EF95208-0421-414A-AD70-879B6085BE4A}" dt="2023-04-28T06:17:06.327" v="9"/>
        <pc:sldMasterMkLst>
          <pc:docMk/>
          <pc:sldMasterMk cId="1805109130" sldId="2147483776"/>
        </pc:sldMasterMkLst>
        <pc:sldLayoutChg chg="add del mod replId">
          <pc:chgData name="swati hoti" userId="21b8e21fb000eade" providerId="Windows Live" clId="Web-{9EF95208-0421-414A-AD70-879B6085BE4A}" dt="2023-04-28T06:17:06.327" v="9"/>
          <pc:sldLayoutMkLst>
            <pc:docMk/>
            <pc:sldMasterMk cId="1805109130" sldId="2147483776"/>
            <pc:sldLayoutMk cId="3576131391" sldId="2147483777"/>
          </pc:sldLayoutMkLst>
        </pc:sldLayoutChg>
        <pc:sldLayoutChg chg="add del mod replId">
          <pc:chgData name="swati hoti" userId="21b8e21fb000eade" providerId="Windows Live" clId="Web-{9EF95208-0421-414A-AD70-879B6085BE4A}" dt="2023-04-28T06:17:06.327" v="9"/>
          <pc:sldLayoutMkLst>
            <pc:docMk/>
            <pc:sldMasterMk cId="1805109130" sldId="2147483776"/>
            <pc:sldLayoutMk cId="2118782359" sldId="2147483778"/>
          </pc:sldLayoutMkLst>
        </pc:sldLayoutChg>
        <pc:sldLayoutChg chg="add del mod replId">
          <pc:chgData name="swati hoti" userId="21b8e21fb000eade" providerId="Windows Live" clId="Web-{9EF95208-0421-414A-AD70-879B6085BE4A}" dt="2023-04-28T06:17:06.327" v="9"/>
          <pc:sldLayoutMkLst>
            <pc:docMk/>
            <pc:sldMasterMk cId="1805109130" sldId="2147483776"/>
            <pc:sldLayoutMk cId="2953974758" sldId="2147483779"/>
          </pc:sldLayoutMkLst>
        </pc:sldLayoutChg>
        <pc:sldLayoutChg chg="add del mod replId">
          <pc:chgData name="swati hoti" userId="21b8e21fb000eade" providerId="Windows Live" clId="Web-{9EF95208-0421-414A-AD70-879B6085BE4A}" dt="2023-04-28T06:17:06.327" v="9"/>
          <pc:sldLayoutMkLst>
            <pc:docMk/>
            <pc:sldMasterMk cId="1805109130" sldId="2147483776"/>
            <pc:sldLayoutMk cId="2869664765" sldId="2147483780"/>
          </pc:sldLayoutMkLst>
        </pc:sldLayoutChg>
        <pc:sldLayoutChg chg="add del mod replId">
          <pc:chgData name="swati hoti" userId="21b8e21fb000eade" providerId="Windows Live" clId="Web-{9EF95208-0421-414A-AD70-879B6085BE4A}" dt="2023-04-28T06:17:06.327" v="9"/>
          <pc:sldLayoutMkLst>
            <pc:docMk/>
            <pc:sldMasterMk cId="1805109130" sldId="2147483776"/>
            <pc:sldLayoutMk cId="3056558872" sldId="2147483781"/>
          </pc:sldLayoutMkLst>
        </pc:sldLayoutChg>
        <pc:sldLayoutChg chg="add del mod replId">
          <pc:chgData name="swati hoti" userId="21b8e21fb000eade" providerId="Windows Live" clId="Web-{9EF95208-0421-414A-AD70-879B6085BE4A}" dt="2023-04-28T06:17:06.327" v="9"/>
          <pc:sldLayoutMkLst>
            <pc:docMk/>
            <pc:sldMasterMk cId="1805109130" sldId="2147483776"/>
            <pc:sldLayoutMk cId="2003453502" sldId="2147483782"/>
          </pc:sldLayoutMkLst>
        </pc:sldLayoutChg>
        <pc:sldLayoutChg chg="add del mod replId">
          <pc:chgData name="swati hoti" userId="21b8e21fb000eade" providerId="Windows Live" clId="Web-{9EF95208-0421-414A-AD70-879B6085BE4A}" dt="2023-04-28T06:17:06.327" v="9"/>
          <pc:sldLayoutMkLst>
            <pc:docMk/>
            <pc:sldMasterMk cId="1805109130" sldId="2147483776"/>
            <pc:sldLayoutMk cId="2316226891" sldId="2147483783"/>
          </pc:sldLayoutMkLst>
        </pc:sldLayoutChg>
        <pc:sldLayoutChg chg="add del mod replId">
          <pc:chgData name="swati hoti" userId="21b8e21fb000eade" providerId="Windows Live" clId="Web-{9EF95208-0421-414A-AD70-879B6085BE4A}" dt="2023-04-28T06:17:06.327" v="9"/>
          <pc:sldLayoutMkLst>
            <pc:docMk/>
            <pc:sldMasterMk cId="1805109130" sldId="2147483776"/>
            <pc:sldLayoutMk cId="1840993465" sldId="2147483784"/>
          </pc:sldLayoutMkLst>
        </pc:sldLayoutChg>
        <pc:sldLayoutChg chg="add del mod replId">
          <pc:chgData name="swati hoti" userId="21b8e21fb000eade" providerId="Windows Live" clId="Web-{9EF95208-0421-414A-AD70-879B6085BE4A}" dt="2023-04-28T06:17:06.327" v="9"/>
          <pc:sldLayoutMkLst>
            <pc:docMk/>
            <pc:sldMasterMk cId="1805109130" sldId="2147483776"/>
            <pc:sldLayoutMk cId="3923345390" sldId="2147483785"/>
          </pc:sldLayoutMkLst>
        </pc:sldLayoutChg>
        <pc:sldLayoutChg chg="add del mod replId">
          <pc:chgData name="swati hoti" userId="21b8e21fb000eade" providerId="Windows Live" clId="Web-{9EF95208-0421-414A-AD70-879B6085BE4A}" dt="2023-04-28T06:17:06.327" v="9"/>
          <pc:sldLayoutMkLst>
            <pc:docMk/>
            <pc:sldMasterMk cId="1805109130" sldId="2147483776"/>
            <pc:sldLayoutMk cId="3286331064" sldId="2147483786"/>
          </pc:sldLayoutMkLst>
        </pc:sldLayoutChg>
        <pc:sldLayoutChg chg="add del mod replId">
          <pc:chgData name="swati hoti" userId="21b8e21fb000eade" providerId="Windows Live" clId="Web-{9EF95208-0421-414A-AD70-879B6085BE4A}" dt="2023-04-28T06:17:06.327" v="9"/>
          <pc:sldLayoutMkLst>
            <pc:docMk/>
            <pc:sldMasterMk cId="1805109130" sldId="2147483776"/>
            <pc:sldLayoutMk cId="1576016858" sldId="2147483787"/>
          </pc:sldLayoutMkLst>
        </pc:sldLayoutChg>
        <pc:sldLayoutChg chg="add del mod replId">
          <pc:chgData name="swati hoti" userId="21b8e21fb000eade" providerId="Windows Live" clId="Web-{9EF95208-0421-414A-AD70-879B6085BE4A}" dt="2023-04-28T06:17:06.327" v="9"/>
          <pc:sldLayoutMkLst>
            <pc:docMk/>
            <pc:sldMasterMk cId="1805109130" sldId="2147483776"/>
            <pc:sldLayoutMk cId="1541093433" sldId="2147483788"/>
          </pc:sldLayoutMkLst>
        </pc:sldLayoutChg>
        <pc:sldLayoutChg chg="add del mod replId">
          <pc:chgData name="swati hoti" userId="21b8e21fb000eade" providerId="Windows Live" clId="Web-{9EF95208-0421-414A-AD70-879B6085BE4A}" dt="2023-04-28T06:17:06.327" v="9"/>
          <pc:sldLayoutMkLst>
            <pc:docMk/>
            <pc:sldMasterMk cId="1805109130" sldId="2147483776"/>
            <pc:sldLayoutMk cId="1689478553" sldId="2147483789"/>
          </pc:sldLayoutMkLst>
        </pc:sldLayoutChg>
        <pc:sldLayoutChg chg="add del mod replId">
          <pc:chgData name="swati hoti" userId="21b8e21fb000eade" providerId="Windows Live" clId="Web-{9EF95208-0421-414A-AD70-879B6085BE4A}" dt="2023-04-28T06:17:06.327" v="9"/>
          <pc:sldLayoutMkLst>
            <pc:docMk/>
            <pc:sldMasterMk cId="1805109130" sldId="2147483776"/>
            <pc:sldLayoutMk cId="1037975887" sldId="2147483790"/>
          </pc:sldLayoutMkLst>
        </pc:sldLayoutChg>
        <pc:sldLayoutChg chg="add del mod replId">
          <pc:chgData name="swati hoti" userId="21b8e21fb000eade" providerId="Windows Live" clId="Web-{9EF95208-0421-414A-AD70-879B6085BE4A}" dt="2023-04-28T06:17:06.327" v="9"/>
          <pc:sldLayoutMkLst>
            <pc:docMk/>
            <pc:sldMasterMk cId="1805109130" sldId="2147483776"/>
            <pc:sldLayoutMk cId="77707718" sldId="2147483791"/>
          </pc:sldLayoutMkLst>
        </pc:sldLayoutChg>
        <pc:sldLayoutChg chg="add del mod replId">
          <pc:chgData name="swati hoti" userId="21b8e21fb000eade" providerId="Windows Live" clId="Web-{9EF95208-0421-414A-AD70-879B6085BE4A}" dt="2023-04-28T06:17:06.327" v="9"/>
          <pc:sldLayoutMkLst>
            <pc:docMk/>
            <pc:sldMasterMk cId="1805109130" sldId="2147483776"/>
            <pc:sldLayoutMk cId="3704558908" sldId="2147483792"/>
          </pc:sldLayoutMkLst>
        </pc:sldLayoutChg>
        <pc:sldLayoutChg chg="add del mod replId">
          <pc:chgData name="swati hoti" userId="21b8e21fb000eade" providerId="Windows Live" clId="Web-{9EF95208-0421-414A-AD70-879B6085BE4A}" dt="2023-04-28T06:17:06.327" v="9"/>
          <pc:sldLayoutMkLst>
            <pc:docMk/>
            <pc:sldMasterMk cId="1805109130" sldId="2147483776"/>
            <pc:sldLayoutMk cId="3107674564" sldId="2147483793"/>
          </pc:sldLayoutMkLst>
        </pc:sldLayoutChg>
      </pc:sldMasterChg>
      <pc:sldMasterChg chg="add del addSldLayout delSldLayout modSldLayout">
        <pc:chgData name="swati hoti" userId="21b8e21fb000eade" providerId="Windows Live" clId="Web-{9EF95208-0421-414A-AD70-879B6085BE4A}" dt="2023-04-28T06:17:10.593" v="10"/>
        <pc:sldMasterMkLst>
          <pc:docMk/>
          <pc:sldMasterMk cId="25913445" sldId="2147483794"/>
        </pc:sldMasterMkLst>
        <pc:sldLayoutChg chg="add del mod replId">
          <pc:chgData name="swati hoti" userId="21b8e21fb000eade" providerId="Windows Live" clId="Web-{9EF95208-0421-414A-AD70-879B6085BE4A}" dt="2023-04-28T06:17:10.593" v="10"/>
          <pc:sldLayoutMkLst>
            <pc:docMk/>
            <pc:sldMasterMk cId="25913445" sldId="2147483794"/>
            <pc:sldLayoutMk cId="1334134246" sldId="2147483795"/>
          </pc:sldLayoutMkLst>
        </pc:sldLayoutChg>
        <pc:sldLayoutChg chg="add del mod replId">
          <pc:chgData name="swati hoti" userId="21b8e21fb000eade" providerId="Windows Live" clId="Web-{9EF95208-0421-414A-AD70-879B6085BE4A}" dt="2023-04-28T06:17:10.593" v="10"/>
          <pc:sldLayoutMkLst>
            <pc:docMk/>
            <pc:sldMasterMk cId="25913445" sldId="2147483794"/>
            <pc:sldLayoutMk cId="914790493" sldId="2147483796"/>
          </pc:sldLayoutMkLst>
        </pc:sldLayoutChg>
        <pc:sldLayoutChg chg="add del mod replId">
          <pc:chgData name="swati hoti" userId="21b8e21fb000eade" providerId="Windows Live" clId="Web-{9EF95208-0421-414A-AD70-879B6085BE4A}" dt="2023-04-28T06:17:10.593" v="10"/>
          <pc:sldLayoutMkLst>
            <pc:docMk/>
            <pc:sldMasterMk cId="25913445" sldId="2147483794"/>
            <pc:sldLayoutMk cId="2329724306" sldId="2147483797"/>
          </pc:sldLayoutMkLst>
        </pc:sldLayoutChg>
        <pc:sldLayoutChg chg="add del mod replId">
          <pc:chgData name="swati hoti" userId="21b8e21fb000eade" providerId="Windows Live" clId="Web-{9EF95208-0421-414A-AD70-879B6085BE4A}" dt="2023-04-28T06:17:10.593" v="10"/>
          <pc:sldLayoutMkLst>
            <pc:docMk/>
            <pc:sldMasterMk cId="25913445" sldId="2147483794"/>
            <pc:sldLayoutMk cId="2056409487" sldId="2147483798"/>
          </pc:sldLayoutMkLst>
        </pc:sldLayoutChg>
        <pc:sldLayoutChg chg="add del mod replId">
          <pc:chgData name="swati hoti" userId="21b8e21fb000eade" providerId="Windows Live" clId="Web-{9EF95208-0421-414A-AD70-879B6085BE4A}" dt="2023-04-28T06:17:10.593" v="10"/>
          <pc:sldLayoutMkLst>
            <pc:docMk/>
            <pc:sldMasterMk cId="25913445" sldId="2147483794"/>
            <pc:sldLayoutMk cId="2620968723" sldId="2147483799"/>
          </pc:sldLayoutMkLst>
        </pc:sldLayoutChg>
        <pc:sldLayoutChg chg="add del mod replId">
          <pc:chgData name="swati hoti" userId="21b8e21fb000eade" providerId="Windows Live" clId="Web-{9EF95208-0421-414A-AD70-879B6085BE4A}" dt="2023-04-28T06:17:10.593" v="10"/>
          <pc:sldLayoutMkLst>
            <pc:docMk/>
            <pc:sldMasterMk cId="25913445" sldId="2147483794"/>
            <pc:sldLayoutMk cId="3970322328" sldId="2147483800"/>
          </pc:sldLayoutMkLst>
        </pc:sldLayoutChg>
        <pc:sldLayoutChg chg="add del mod replId">
          <pc:chgData name="swati hoti" userId="21b8e21fb000eade" providerId="Windows Live" clId="Web-{9EF95208-0421-414A-AD70-879B6085BE4A}" dt="2023-04-28T06:17:10.593" v="10"/>
          <pc:sldLayoutMkLst>
            <pc:docMk/>
            <pc:sldMasterMk cId="25913445" sldId="2147483794"/>
            <pc:sldLayoutMk cId="1406362304" sldId="2147483801"/>
          </pc:sldLayoutMkLst>
        </pc:sldLayoutChg>
        <pc:sldLayoutChg chg="add del mod replId">
          <pc:chgData name="swati hoti" userId="21b8e21fb000eade" providerId="Windows Live" clId="Web-{9EF95208-0421-414A-AD70-879B6085BE4A}" dt="2023-04-28T06:17:10.593" v="10"/>
          <pc:sldLayoutMkLst>
            <pc:docMk/>
            <pc:sldMasterMk cId="25913445" sldId="2147483794"/>
            <pc:sldLayoutMk cId="3455795312" sldId="2147483802"/>
          </pc:sldLayoutMkLst>
        </pc:sldLayoutChg>
        <pc:sldLayoutChg chg="add del mod replId">
          <pc:chgData name="swati hoti" userId="21b8e21fb000eade" providerId="Windows Live" clId="Web-{9EF95208-0421-414A-AD70-879B6085BE4A}" dt="2023-04-28T06:17:10.593" v="10"/>
          <pc:sldLayoutMkLst>
            <pc:docMk/>
            <pc:sldMasterMk cId="25913445" sldId="2147483794"/>
            <pc:sldLayoutMk cId="1584106755" sldId="2147483803"/>
          </pc:sldLayoutMkLst>
        </pc:sldLayoutChg>
        <pc:sldLayoutChg chg="add del mod replId">
          <pc:chgData name="swati hoti" userId="21b8e21fb000eade" providerId="Windows Live" clId="Web-{9EF95208-0421-414A-AD70-879B6085BE4A}" dt="2023-04-28T06:17:10.593" v="10"/>
          <pc:sldLayoutMkLst>
            <pc:docMk/>
            <pc:sldMasterMk cId="25913445" sldId="2147483794"/>
            <pc:sldLayoutMk cId="588152040" sldId="2147483804"/>
          </pc:sldLayoutMkLst>
        </pc:sldLayoutChg>
        <pc:sldLayoutChg chg="add del mod replId">
          <pc:chgData name="swati hoti" userId="21b8e21fb000eade" providerId="Windows Live" clId="Web-{9EF95208-0421-414A-AD70-879B6085BE4A}" dt="2023-04-28T06:17:10.593" v="10"/>
          <pc:sldLayoutMkLst>
            <pc:docMk/>
            <pc:sldMasterMk cId="25913445" sldId="2147483794"/>
            <pc:sldLayoutMk cId="380661776" sldId="2147483805"/>
          </pc:sldLayoutMkLst>
        </pc:sldLayoutChg>
      </pc:sldMasterChg>
      <pc:sldMasterChg chg="add del addSldLayout delSldLayout modSldLayout">
        <pc:chgData name="swati hoti" userId="21b8e21fb000eade" providerId="Windows Live" clId="Web-{9EF95208-0421-414A-AD70-879B6085BE4A}" dt="2023-04-28T06:17:14.952" v="11"/>
        <pc:sldMasterMkLst>
          <pc:docMk/>
          <pc:sldMasterMk cId="20502322" sldId="2147483806"/>
        </pc:sldMasterMkLst>
        <pc:sldLayoutChg chg="add del mod replId">
          <pc:chgData name="swati hoti" userId="21b8e21fb000eade" providerId="Windows Live" clId="Web-{9EF95208-0421-414A-AD70-879B6085BE4A}" dt="2023-04-28T06:17:14.952" v="11"/>
          <pc:sldLayoutMkLst>
            <pc:docMk/>
            <pc:sldMasterMk cId="20502322" sldId="2147483806"/>
            <pc:sldLayoutMk cId="3228480307" sldId="2147483807"/>
          </pc:sldLayoutMkLst>
        </pc:sldLayoutChg>
        <pc:sldLayoutChg chg="add del mod replId">
          <pc:chgData name="swati hoti" userId="21b8e21fb000eade" providerId="Windows Live" clId="Web-{9EF95208-0421-414A-AD70-879B6085BE4A}" dt="2023-04-28T06:17:14.952" v="11"/>
          <pc:sldLayoutMkLst>
            <pc:docMk/>
            <pc:sldMasterMk cId="20502322" sldId="2147483806"/>
            <pc:sldLayoutMk cId="4157474648" sldId="2147483808"/>
          </pc:sldLayoutMkLst>
        </pc:sldLayoutChg>
        <pc:sldLayoutChg chg="add del mod replId">
          <pc:chgData name="swati hoti" userId="21b8e21fb000eade" providerId="Windows Live" clId="Web-{9EF95208-0421-414A-AD70-879B6085BE4A}" dt="2023-04-28T06:17:14.952" v="11"/>
          <pc:sldLayoutMkLst>
            <pc:docMk/>
            <pc:sldMasterMk cId="20502322" sldId="2147483806"/>
            <pc:sldLayoutMk cId="2653250312" sldId="2147483809"/>
          </pc:sldLayoutMkLst>
        </pc:sldLayoutChg>
        <pc:sldLayoutChg chg="add del mod replId">
          <pc:chgData name="swati hoti" userId="21b8e21fb000eade" providerId="Windows Live" clId="Web-{9EF95208-0421-414A-AD70-879B6085BE4A}" dt="2023-04-28T06:17:14.952" v="11"/>
          <pc:sldLayoutMkLst>
            <pc:docMk/>
            <pc:sldMasterMk cId="20502322" sldId="2147483806"/>
            <pc:sldLayoutMk cId="644913648" sldId="2147483810"/>
          </pc:sldLayoutMkLst>
        </pc:sldLayoutChg>
        <pc:sldLayoutChg chg="add del mod replId">
          <pc:chgData name="swati hoti" userId="21b8e21fb000eade" providerId="Windows Live" clId="Web-{9EF95208-0421-414A-AD70-879B6085BE4A}" dt="2023-04-28T06:17:14.952" v="11"/>
          <pc:sldLayoutMkLst>
            <pc:docMk/>
            <pc:sldMasterMk cId="20502322" sldId="2147483806"/>
            <pc:sldLayoutMk cId="103368919" sldId="2147483811"/>
          </pc:sldLayoutMkLst>
        </pc:sldLayoutChg>
        <pc:sldLayoutChg chg="add del mod replId">
          <pc:chgData name="swati hoti" userId="21b8e21fb000eade" providerId="Windows Live" clId="Web-{9EF95208-0421-414A-AD70-879B6085BE4A}" dt="2023-04-28T06:17:14.952" v="11"/>
          <pc:sldLayoutMkLst>
            <pc:docMk/>
            <pc:sldMasterMk cId="20502322" sldId="2147483806"/>
            <pc:sldLayoutMk cId="2990448133" sldId="2147483812"/>
          </pc:sldLayoutMkLst>
        </pc:sldLayoutChg>
        <pc:sldLayoutChg chg="add del mod replId">
          <pc:chgData name="swati hoti" userId="21b8e21fb000eade" providerId="Windows Live" clId="Web-{9EF95208-0421-414A-AD70-879B6085BE4A}" dt="2023-04-28T06:17:14.952" v="11"/>
          <pc:sldLayoutMkLst>
            <pc:docMk/>
            <pc:sldMasterMk cId="20502322" sldId="2147483806"/>
            <pc:sldLayoutMk cId="3475107497" sldId="2147483813"/>
          </pc:sldLayoutMkLst>
        </pc:sldLayoutChg>
        <pc:sldLayoutChg chg="add del mod replId">
          <pc:chgData name="swati hoti" userId="21b8e21fb000eade" providerId="Windows Live" clId="Web-{9EF95208-0421-414A-AD70-879B6085BE4A}" dt="2023-04-28T06:17:14.952" v="11"/>
          <pc:sldLayoutMkLst>
            <pc:docMk/>
            <pc:sldMasterMk cId="20502322" sldId="2147483806"/>
            <pc:sldLayoutMk cId="2490252058" sldId="2147483814"/>
          </pc:sldLayoutMkLst>
        </pc:sldLayoutChg>
        <pc:sldLayoutChg chg="add del mod replId">
          <pc:chgData name="swati hoti" userId="21b8e21fb000eade" providerId="Windows Live" clId="Web-{9EF95208-0421-414A-AD70-879B6085BE4A}" dt="2023-04-28T06:17:14.952" v="11"/>
          <pc:sldLayoutMkLst>
            <pc:docMk/>
            <pc:sldMasterMk cId="20502322" sldId="2147483806"/>
            <pc:sldLayoutMk cId="3956466556" sldId="2147483815"/>
          </pc:sldLayoutMkLst>
        </pc:sldLayoutChg>
        <pc:sldLayoutChg chg="add del mod replId">
          <pc:chgData name="swati hoti" userId="21b8e21fb000eade" providerId="Windows Live" clId="Web-{9EF95208-0421-414A-AD70-879B6085BE4A}" dt="2023-04-28T06:17:14.952" v="11"/>
          <pc:sldLayoutMkLst>
            <pc:docMk/>
            <pc:sldMasterMk cId="20502322" sldId="2147483806"/>
            <pc:sldLayoutMk cId="1379830468" sldId="2147483816"/>
          </pc:sldLayoutMkLst>
        </pc:sldLayoutChg>
        <pc:sldLayoutChg chg="add del mod replId">
          <pc:chgData name="swati hoti" userId="21b8e21fb000eade" providerId="Windows Live" clId="Web-{9EF95208-0421-414A-AD70-879B6085BE4A}" dt="2023-04-28T06:17:14.952" v="11"/>
          <pc:sldLayoutMkLst>
            <pc:docMk/>
            <pc:sldMasterMk cId="20502322" sldId="2147483806"/>
            <pc:sldLayoutMk cId="1357789187" sldId="2147483817"/>
          </pc:sldLayoutMkLst>
        </pc:sldLayoutChg>
        <pc:sldLayoutChg chg="add del mod replId">
          <pc:chgData name="swati hoti" userId="21b8e21fb000eade" providerId="Windows Live" clId="Web-{9EF95208-0421-414A-AD70-879B6085BE4A}" dt="2023-04-28T06:17:14.952" v="11"/>
          <pc:sldLayoutMkLst>
            <pc:docMk/>
            <pc:sldMasterMk cId="20502322" sldId="2147483806"/>
            <pc:sldLayoutMk cId="2236845574" sldId="2147483818"/>
          </pc:sldLayoutMkLst>
        </pc:sldLayoutChg>
        <pc:sldLayoutChg chg="add del mod replId">
          <pc:chgData name="swati hoti" userId="21b8e21fb000eade" providerId="Windows Live" clId="Web-{9EF95208-0421-414A-AD70-879B6085BE4A}" dt="2023-04-28T06:17:14.952" v="11"/>
          <pc:sldLayoutMkLst>
            <pc:docMk/>
            <pc:sldMasterMk cId="20502322" sldId="2147483806"/>
            <pc:sldLayoutMk cId="891914836" sldId="2147483819"/>
          </pc:sldLayoutMkLst>
        </pc:sldLayoutChg>
        <pc:sldLayoutChg chg="add del mod replId">
          <pc:chgData name="swati hoti" userId="21b8e21fb000eade" providerId="Windows Live" clId="Web-{9EF95208-0421-414A-AD70-879B6085BE4A}" dt="2023-04-28T06:17:14.952" v="11"/>
          <pc:sldLayoutMkLst>
            <pc:docMk/>
            <pc:sldMasterMk cId="20502322" sldId="2147483806"/>
            <pc:sldLayoutMk cId="2116746538" sldId="2147483820"/>
          </pc:sldLayoutMkLst>
        </pc:sldLayoutChg>
        <pc:sldLayoutChg chg="add del mod replId">
          <pc:chgData name="swati hoti" userId="21b8e21fb000eade" providerId="Windows Live" clId="Web-{9EF95208-0421-414A-AD70-879B6085BE4A}" dt="2023-04-28T06:17:14.952" v="11"/>
          <pc:sldLayoutMkLst>
            <pc:docMk/>
            <pc:sldMasterMk cId="20502322" sldId="2147483806"/>
            <pc:sldLayoutMk cId="2327499928" sldId="2147483821"/>
          </pc:sldLayoutMkLst>
        </pc:sldLayoutChg>
        <pc:sldLayoutChg chg="add del mod replId">
          <pc:chgData name="swati hoti" userId="21b8e21fb000eade" providerId="Windows Live" clId="Web-{9EF95208-0421-414A-AD70-879B6085BE4A}" dt="2023-04-28T06:17:14.952" v="11"/>
          <pc:sldLayoutMkLst>
            <pc:docMk/>
            <pc:sldMasterMk cId="20502322" sldId="2147483806"/>
            <pc:sldLayoutMk cId="491816895" sldId="2147483822"/>
          </pc:sldLayoutMkLst>
        </pc:sldLayoutChg>
        <pc:sldLayoutChg chg="add del mod replId">
          <pc:chgData name="swati hoti" userId="21b8e21fb000eade" providerId="Windows Live" clId="Web-{9EF95208-0421-414A-AD70-879B6085BE4A}" dt="2023-04-28T06:17:14.952" v="11"/>
          <pc:sldLayoutMkLst>
            <pc:docMk/>
            <pc:sldMasterMk cId="20502322" sldId="2147483806"/>
            <pc:sldLayoutMk cId="4115868425" sldId="2147483823"/>
          </pc:sldLayoutMkLst>
        </pc:sldLayoutChg>
      </pc:sldMasterChg>
      <pc:sldMasterChg chg="add del addSldLayout delSldLayout modSldLayout">
        <pc:chgData name="swati hoti" userId="21b8e21fb000eade" providerId="Windows Live" clId="Web-{9EF95208-0421-414A-AD70-879B6085BE4A}" dt="2023-04-28T06:17:29.218" v="12"/>
        <pc:sldMasterMkLst>
          <pc:docMk/>
          <pc:sldMasterMk cId="1083094142" sldId="2147483824"/>
        </pc:sldMasterMkLst>
        <pc:sldLayoutChg chg="add del mod replId">
          <pc:chgData name="swati hoti" userId="21b8e21fb000eade" providerId="Windows Live" clId="Web-{9EF95208-0421-414A-AD70-879B6085BE4A}" dt="2023-04-28T06:17:29.218" v="12"/>
          <pc:sldLayoutMkLst>
            <pc:docMk/>
            <pc:sldMasterMk cId="1083094142" sldId="2147483824"/>
            <pc:sldLayoutMk cId="4174334142" sldId="2147483825"/>
          </pc:sldLayoutMkLst>
        </pc:sldLayoutChg>
        <pc:sldLayoutChg chg="add del mod replId">
          <pc:chgData name="swati hoti" userId="21b8e21fb000eade" providerId="Windows Live" clId="Web-{9EF95208-0421-414A-AD70-879B6085BE4A}" dt="2023-04-28T06:17:29.218" v="12"/>
          <pc:sldLayoutMkLst>
            <pc:docMk/>
            <pc:sldMasterMk cId="1083094142" sldId="2147483824"/>
            <pc:sldLayoutMk cId="695852149" sldId="2147483826"/>
          </pc:sldLayoutMkLst>
        </pc:sldLayoutChg>
        <pc:sldLayoutChg chg="add del mod replId">
          <pc:chgData name="swati hoti" userId="21b8e21fb000eade" providerId="Windows Live" clId="Web-{9EF95208-0421-414A-AD70-879B6085BE4A}" dt="2023-04-28T06:17:29.218" v="12"/>
          <pc:sldLayoutMkLst>
            <pc:docMk/>
            <pc:sldMasterMk cId="1083094142" sldId="2147483824"/>
            <pc:sldLayoutMk cId="922142336" sldId="2147483827"/>
          </pc:sldLayoutMkLst>
        </pc:sldLayoutChg>
        <pc:sldLayoutChg chg="add del mod replId">
          <pc:chgData name="swati hoti" userId="21b8e21fb000eade" providerId="Windows Live" clId="Web-{9EF95208-0421-414A-AD70-879B6085BE4A}" dt="2023-04-28T06:17:29.218" v="12"/>
          <pc:sldLayoutMkLst>
            <pc:docMk/>
            <pc:sldMasterMk cId="1083094142" sldId="2147483824"/>
            <pc:sldLayoutMk cId="998820480" sldId="2147483828"/>
          </pc:sldLayoutMkLst>
        </pc:sldLayoutChg>
        <pc:sldLayoutChg chg="add del mod replId">
          <pc:chgData name="swati hoti" userId="21b8e21fb000eade" providerId="Windows Live" clId="Web-{9EF95208-0421-414A-AD70-879B6085BE4A}" dt="2023-04-28T06:17:29.218" v="12"/>
          <pc:sldLayoutMkLst>
            <pc:docMk/>
            <pc:sldMasterMk cId="1083094142" sldId="2147483824"/>
            <pc:sldLayoutMk cId="1741455143" sldId="2147483829"/>
          </pc:sldLayoutMkLst>
        </pc:sldLayoutChg>
        <pc:sldLayoutChg chg="add del mod replId">
          <pc:chgData name="swati hoti" userId="21b8e21fb000eade" providerId="Windows Live" clId="Web-{9EF95208-0421-414A-AD70-879B6085BE4A}" dt="2023-04-28T06:17:29.218" v="12"/>
          <pc:sldLayoutMkLst>
            <pc:docMk/>
            <pc:sldMasterMk cId="1083094142" sldId="2147483824"/>
            <pc:sldLayoutMk cId="2796997248" sldId="2147483830"/>
          </pc:sldLayoutMkLst>
        </pc:sldLayoutChg>
        <pc:sldLayoutChg chg="add del mod replId">
          <pc:chgData name="swati hoti" userId="21b8e21fb000eade" providerId="Windows Live" clId="Web-{9EF95208-0421-414A-AD70-879B6085BE4A}" dt="2023-04-28T06:17:29.218" v="12"/>
          <pc:sldLayoutMkLst>
            <pc:docMk/>
            <pc:sldMasterMk cId="1083094142" sldId="2147483824"/>
            <pc:sldLayoutMk cId="3303506847" sldId="2147483831"/>
          </pc:sldLayoutMkLst>
        </pc:sldLayoutChg>
        <pc:sldLayoutChg chg="add del mod replId">
          <pc:chgData name="swati hoti" userId="21b8e21fb000eade" providerId="Windows Live" clId="Web-{9EF95208-0421-414A-AD70-879B6085BE4A}" dt="2023-04-28T06:17:29.218" v="12"/>
          <pc:sldLayoutMkLst>
            <pc:docMk/>
            <pc:sldMasterMk cId="1083094142" sldId="2147483824"/>
            <pc:sldLayoutMk cId="4243833193" sldId="2147483832"/>
          </pc:sldLayoutMkLst>
        </pc:sldLayoutChg>
        <pc:sldLayoutChg chg="add del mod replId">
          <pc:chgData name="swati hoti" userId="21b8e21fb000eade" providerId="Windows Live" clId="Web-{9EF95208-0421-414A-AD70-879B6085BE4A}" dt="2023-04-28T06:17:29.218" v="12"/>
          <pc:sldLayoutMkLst>
            <pc:docMk/>
            <pc:sldMasterMk cId="1083094142" sldId="2147483824"/>
            <pc:sldLayoutMk cId="1335349095" sldId="2147483833"/>
          </pc:sldLayoutMkLst>
        </pc:sldLayoutChg>
        <pc:sldLayoutChg chg="add del mod replId">
          <pc:chgData name="swati hoti" userId="21b8e21fb000eade" providerId="Windows Live" clId="Web-{9EF95208-0421-414A-AD70-879B6085BE4A}" dt="2023-04-28T06:17:29.218" v="12"/>
          <pc:sldLayoutMkLst>
            <pc:docMk/>
            <pc:sldMasterMk cId="1083094142" sldId="2147483824"/>
            <pc:sldLayoutMk cId="4148473496" sldId="2147483834"/>
          </pc:sldLayoutMkLst>
        </pc:sldLayoutChg>
        <pc:sldLayoutChg chg="add del mod replId">
          <pc:chgData name="swati hoti" userId="21b8e21fb000eade" providerId="Windows Live" clId="Web-{9EF95208-0421-414A-AD70-879B6085BE4A}" dt="2023-04-28T06:17:29.218" v="12"/>
          <pc:sldLayoutMkLst>
            <pc:docMk/>
            <pc:sldMasterMk cId="1083094142" sldId="2147483824"/>
            <pc:sldLayoutMk cId="2359880712" sldId="2147483835"/>
          </pc:sldLayoutMkLst>
        </pc:sldLayoutChg>
      </pc:sldMasterChg>
      <pc:sldMasterChg chg="add del addSldLayout delSldLayout modSldLayout">
        <pc:chgData name="swati hoti" userId="21b8e21fb000eade" providerId="Windows Live" clId="Web-{9EF95208-0421-414A-AD70-879B6085BE4A}" dt="2023-04-28T06:17:34.218" v="13"/>
        <pc:sldMasterMkLst>
          <pc:docMk/>
          <pc:sldMasterMk cId="941776890" sldId="2147483836"/>
        </pc:sldMasterMkLst>
        <pc:sldLayoutChg chg="add del mod replId">
          <pc:chgData name="swati hoti" userId="21b8e21fb000eade" providerId="Windows Live" clId="Web-{9EF95208-0421-414A-AD70-879B6085BE4A}" dt="2023-04-28T06:17:34.218" v="13"/>
          <pc:sldLayoutMkLst>
            <pc:docMk/>
            <pc:sldMasterMk cId="941776890" sldId="2147483836"/>
            <pc:sldLayoutMk cId="3993252545" sldId="2147483837"/>
          </pc:sldLayoutMkLst>
        </pc:sldLayoutChg>
        <pc:sldLayoutChg chg="add del mod replId">
          <pc:chgData name="swati hoti" userId="21b8e21fb000eade" providerId="Windows Live" clId="Web-{9EF95208-0421-414A-AD70-879B6085BE4A}" dt="2023-04-28T06:17:34.218" v="13"/>
          <pc:sldLayoutMkLst>
            <pc:docMk/>
            <pc:sldMasterMk cId="941776890" sldId="2147483836"/>
            <pc:sldLayoutMk cId="3435242543" sldId="2147483838"/>
          </pc:sldLayoutMkLst>
        </pc:sldLayoutChg>
        <pc:sldLayoutChg chg="add del mod replId">
          <pc:chgData name="swati hoti" userId="21b8e21fb000eade" providerId="Windows Live" clId="Web-{9EF95208-0421-414A-AD70-879B6085BE4A}" dt="2023-04-28T06:17:34.218" v="13"/>
          <pc:sldLayoutMkLst>
            <pc:docMk/>
            <pc:sldMasterMk cId="941776890" sldId="2147483836"/>
            <pc:sldLayoutMk cId="1513670693" sldId="2147483839"/>
          </pc:sldLayoutMkLst>
        </pc:sldLayoutChg>
        <pc:sldLayoutChg chg="add del mod replId">
          <pc:chgData name="swati hoti" userId="21b8e21fb000eade" providerId="Windows Live" clId="Web-{9EF95208-0421-414A-AD70-879B6085BE4A}" dt="2023-04-28T06:17:34.218" v="13"/>
          <pc:sldLayoutMkLst>
            <pc:docMk/>
            <pc:sldMasterMk cId="941776890" sldId="2147483836"/>
            <pc:sldLayoutMk cId="2607140913" sldId="2147483840"/>
          </pc:sldLayoutMkLst>
        </pc:sldLayoutChg>
        <pc:sldLayoutChg chg="add del mod replId">
          <pc:chgData name="swati hoti" userId="21b8e21fb000eade" providerId="Windows Live" clId="Web-{9EF95208-0421-414A-AD70-879B6085BE4A}" dt="2023-04-28T06:17:34.218" v="13"/>
          <pc:sldLayoutMkLst>
            <pc:docMk/>
            <pc:sldMasterMk cId="941776890" sldId="2147483836"/>
            <pc:sldLayoutMk cId="3672342525" sldId="2147483841"/>
          </pc:sldLayoutMkLst>
        </pc:sldLayoutChg>
        <pc:sldLayoutChg chg="add del mod replId">
          <pc:chgData name="swati hoti" userId="21b8e21fb000eade" providerId="Windows Live" clId="Web-{9EF95208-0421-414A-AD70-879B6085BE4A}" dt="2023-04-28T06:17:34.218" v="13"/>
          <pc:sldLayoutMkLst>
            <pc:docMk/>
            <pc:sldMasterMk cId="941776890" sldId="2147483836"/>
            <pc:sldLayoutMk cId="2742487610" sldId="2147483842"/>
          </pc:sldLayoutMkLst>
        </pc:sldLayoutChg>
        <pc:sldLayoutChg chg="add del mod replId">
          <pc:chgData name="swati hoti" userId="21b8e21fb000eade" providerId="Windows Live" clId="Web-{9EF95208-0421-414A-AD70-879B6085BE4A}" dt="2023-04-28T06:17:34.218" v="13"/>
          <pc:sldLayoutMkLst>
            <pc:docMk/>
            <pc:sldMasterMk cId="941776890" sldId="2147483836"/>
            <pc:sldLayoutMk cId="3073071880" sldId="2147483843"/>
          </pc:sldLayoutMkLst>
        </pc:sldLayoutChg>
        <pc:sldLayoutChg chg="add del mod replId">
          <pc:chgData name="swati hoti" userId="21b8e21fb000eade" providerId="Windows Live" clId="Web-{9EF95208-0421-414A-AD70-879B6085BE4A}" dt="2023-04-28T06:17:34.218" v="13"/>
          <pc:sldLayoutMkLst>
            <pc:docMk/>
            <pc:sldMasterMk cId="941776890" sldId="2147483836"/>
            <pc:sldLayoutMk cId="2247536981" sldId="2147483844"/>
          </pc:sldLayoutMkLst>
        </pc:sldLayoutChg>
        <pc:sldLayoutChg chg="add del mod replId">
          <pc:chgData name="swati hoti" userId="21b8e21fb000eade" providerId="Windows Live" clId="Web-{9EF95208-0421-414A-AD70-879B6085BE4A}" dt="2023-04-28T06:17:34.218" v="13"/>
          <pc:sldLayoutMkLst>
            <pc:docMk/>
            <pc:sldMasterMk cId="941776890" sldId="2147483836"/>
            <pc:sldLayoutMk cId="1822589085" sldId="2147483845"/>
          </pc:sldLayoutMkLst>
        </pc:sldLayoutChg>
        <pc:sldLayoutChg chg="add del mod replId">
          <pc:chgData name="swati hoti" userId="21b8e21fb000eade" providerId="Windows Live" clId="Web-{9EF95208-0421-414A-AD70-879B6085BE4A}" dt="2023-04-28T06:17:34.218" v="13"/>
          <pc:sldLayoutMkLst>
            <pc:docMk/>
            <pc:sldMasterMk cId="941776890" sldId="2147483836"/>
            <pc:sldLayoutMk cId="1543352204" sldId="2147483846"/>
          </pc:sldLayoutMkLst>
        </pc:sldLayoutChg>
        <pc:sldLayoutChg chg="add del mod replId">
          <pc:chgData name="swati hoti" userId="21b8e21fb000eade" providerId="Windows Live" clId="Web-{9EF95208-0421-414A-AD70-879B6085BE4A}" dt="2023-04-28T06:17:34.218" v="13"/>
          <pc:sldLayoutMkLst>
            <pc:docMk/>
            <pc:sldMasterMk cId="941776890" sldId="2147483836"/>
            <pc:sldLayoutMk cId="1800785533" sldId="2147483847"/>
          </pc:sldLayoutMkLst>
        </pc:sldLayoutChg>
      </pc:sldMasterChg>
      <pc:sldMasterChg chg="add del addSldLayout delSldLayout modSldLayout">
        <pc:chgData name="swati hoti" userId="21b8e21fb000eade" providerId="Windows Live" clId="Web-{9EF95208-0421-414A-AD70-879B6085BE4A}" dt="2023-04-28T06:17:38.843" v="14"/>
        <pc:sldMasterMkLst>
          <pc:docMk/>
          <pc:sldMasterMk cId="819659172" sldId="2147483848"/>
        </pc:sldMasterMkLst>
        <pc:sldLayoutChg chg="add del mod replId">
          <pc:chgData name="swati hoti" userId="21b8e21fb000eade" providerId="Windows Live" clId="Web-{9EF95208-0421-414A-AD70-879B6085BE4A}" dt="2023-04-28T06:17:38.843" v="14"/>
          <pc:sldLayoutMkLst>
            <pc:docMk/>
            <pc:sldMasterMk cId="819659172" sldId="2147483848"/>
            <pc:sldLayoutMk cId="3400931723" sldId="2147483849"/>
          </pc:sldLayoutMkLst>
        </pc:sldLayoutChg>
        <pc:sldLayoutChg chg="add del mod replId">
          <pc:chgData name="swati hoti" userId="21b8e21fb000eade" providerId="Windows Live" clId="Web-{9EF95208-0421-414A-AD70-879B6085BE4A}" dt="2023-04-28T06:17:38.843" v="14"/>
          <pc:sldLayoutMkLst>
            <pc:docMk/>
            <pc:sldMasterMk cId="819659172" sldId="2147483848"/>
            <pc:sldLayoutMk cId="3472901777" sldId="2147483850"/>
          </pc:sldLayoutMkLst>
        </pc:sldLayoutChg>
        <pc:sldLayoutChg chg="add del mod replId">
          <pc:chgData name="swati hoti" userId="21b8e21fb000eade" providerId="Windows Live" clId="Web-{9EF95208-0421-414A-AD70-879B6085BE4A}" dt="2023-04-28T06:17:38.843" v="14"/>
          <pc:sldLayoutMkLst>
            <pc:docMk/>
            <pc:sldMasterMk cId="819659172" sldId="2147483848"/>
            <pc:sldLayoutMk cId="3720738424" sldId="2147483851"/>
          </pc:sldLayoutMkLst>
        </pc:sldLayoutChg>
        <pc:sldLayoutChg chg="add del mod replId">
          <pc:chgData name="swati hoti" userId="21b8e21fb000eade" providerId="Windows Live" clId="Web-{9EF95208-0421-414A-AD70-879B6085BE4A}" dt="2023-04-28T06:17:38.843" v="14"/>
          <pc:sldLayoutMkLst>
            <pc:docMk/>
            <pc:sldMasterMk cId="819659172" sldId="2147483848"/>
            <pc:sldLayoutMk cId="3907567574" sldId="2147483852"/>
          </pc:sldLayoutMkLst>
        </pc:sldLayoutChg>
        <pc:sldLayoutChg chg="add del mod replId">
          <pc:chgData name="swati hoti" userId="21b8e21fb000eade" providerId="Windows Live" clId="Web-{9EF95208-0421-414A-AD70-879B6085BE4A}" dt="2023-04-28T06:17:38.843" v="14"/>
          <pc:sldLayoutMkLst>
            <pc:docMk/>
            <pc:sldMasterMk cId="819659172" sldId="2147483848"/>
            <pc:sldLayoutMk cId="2183863673" sldId="2147483853"/>
          </pc:sldLayoutMkLst>
        </pc:sldLayoutChg>
        <pc:sldLayoutChg chg="add del mod replId">
          <pc:chgData name="swati hoti" userId="21b8e21fb000eade" providerId="Windows Live" clId="Web-{9EF95208-0421-414A-AD70-879B6085BE4A}" dt="2023-04-28T06:17:38.843" v="14"/>
          <pc:sldLayoutMkLst>
            <pc:docMk/>
            <pc:sldMasterMk cId="819659172" sldId="2147483848"/>
            <pc:sldLayoutMk cId="3218425516" sldId="2147483854"/>
          </pc:sldLayoutMkLst>
        </pc:sldLayoutChg>
        <pc:sldLayoutChg chg="add del mod replId">
          <pc:chgData name="swati hoti" userId="21b8e21fb000eade" providerId="Windows Live" clId="Web-{9EF95208-0421-414A-AD70-879B6085BE4A}" dt="2023-04-28T06:17:38.843" v="14"/>
          <pc:sldLayoutMkLst>
            <pc:docMk/>
            <pc:sldMasterMk cId="819659172" sldId="2147483848"/>
            <pc:sldLayoutMk cId="1368832790" sldId="2147483855"/>
          </pc:sldLayoutMkLst>
        </pc:sldLayoutChg>
        <pc:sldLayoutChg chg="add del mod replId">
          <pc:chgData name="swati hoti" userId="21b8e21fb000eade" providerId="Windows Live" clId="Web-{9EF95208-0421-414A-AD70-879B6085BE4A}" dt="2023-04-28T06:17:38.843" v="14"/>
          <pc:sldLayoutMkLst>
            <pc:docMk/>
            <pc:sldMasterMk cId="819659172" sldId="2147483848"/>
            <pc:sldLayoutMk cId="441420163" sldId="2147483856"/>
          </pc:sldLayoutMkLst>
        </pc:sldLayoutChg>
        <pc:sldLayoutChg chg="add del mod replId">
          <pc:chgData name="swati hoti" userId="21b8e21fb000eade" providerId="Windows Live" clId="Web-{9EF95208-0421-414A-AD70-879B6085BE4A}" dt="2023-04-28T06:17:38.843" v="14"/>
          <pc:sldLayoutMkLst>
            <pc:docMk/>
            <pc:sldMasterMk cId="819659172" sldId="2147483848"/>
            <pc:sldLayoutMk cId="2805874327" sldId="2147483857"/>
          </pc:sldLayoutMkLst>
        </pc:sldLayoutChg>
        <pc:sldLayoutChg chg="add del mod replId">
          <pc:chgData name="swati hoti" userId="21b8e21fb000eade" providerId="Windows Live" clId="Web-{9EF95208-0421-414A-AD70-879B6085BE4A}" dt="2023-04-28T06:17:38.843" v="14"/>
          <pc:sldLayoutMkLst>
            <pc:docMk/>
            <pc:sldMasterMk cId="819659172" sldId="2147483848"/>
            <pc:sldLayoutMk cId="944688110" sldId="2147483858"/>
          </pc:sldLayoutMkLst>
        </pc:sldLayoutChg>
        <pc:sldLayoutChg chg="add del mod replId">
          <pc:chgData name="swati hoti" userId="21b8e21fb000eade" providerId="Windows Live" clId="Web-{9EF95208-0421-414A-AD70-879B6085BE4A}" dt="2023-04-28T06:17:38.843" v="14"/>
          <pc:sldLayoutMkLst>
            <pc:docMk/>
            <pc:sldMasterMk cId="819659172" sldId="2147483848"/>
            <pc:sldLayoutMk cId="2510938040" sldId="2147483859"/>
          </pc:sldLayoutMkLst>
        </pc:sldLayoutChg>
        <pc:sldLayoutChg chg="add del mod replId">
          <pc:chgData name="swati hoti" userId="21b8e21fb000eade" providerId="Windows Live" clId="Web-{9EF95208-0421-414A-AD70-879B6085BE4A}" dt="2023-04-28T06:17:38.843" v="14"/>
          <pc:sldLayoutMkLst>
            <pc:docMk/>
            <pc:sldMasterMk cId="819659172" sldId="2147483848"/>
            <pc:sldLayoutMk cId="617627978" sldId="2147483860"/>
          </pc:sldLayoutMkLst>
        </pc:sldLayoutChg>
        <pc:sldLayoutChg chg="add del mod replId">
          <pc:chgData name="swati hoti" userId="21b8e21fb000eade" providerId="Windows Live" clId="Web-{9EF95208-0421-414A-AD70-879B6085BE4A}" dt="2023-04-28T06:17:38.843" v="14"/>
          <pc:sldLayoutMkLst>
            <pc:docMk/>
            <pc:sldMasterMk cId="819659172" sldId="2147483848"/>
            <pc:sldLayoutMk cId="3677759839" sldId="2147483861"/>
          </pc:sldLayoutMkLst>
        </pc:sldLayoutChg>
        <pc:sldLayoutChg chg="add del mod replId">
          <pc:chgData name="swati hoti" userId="21b8e21fb000eade" providerId="Windows Live" clId="Web-{9EF95208-0421-414A-AD70-879B6085BE4A}" dt="2023-04-28T06:17:38.843" v="14"/>
          <pc:sldLayoutMkLst>
            <pc:docMk/>
            <pc:sldMasterMk cId="819659172" sldId="2147483848"/>
            <pc:sldLayoutMk cId="3411466607" sldId="2147483862"/>
          </pc:sldLayoutMkLst>
        </pc:sldLayoutChg>
      </pc:sldMasterChg>
      <pc:sldMasterChg chg="add del addSldLayout delSldLayout modSldLayout">
        <pc:chgData name="swati hoti" userId="21b8e21fb000eade" providerId="Windows Live" clId="Web-{9EF95208-0421-414A-AD70-879B6085BE4A}" dt="2023-04-28T06:17:44.984" v="15"/>
        <pc:sldMasterMkLst>
          <pc:docMk/>
          <pc:sldMasterMk cId="282324659" sldId="2147483863"/>
        </pc:sldMasterMkLst>
        <pc:sldLayoutChg chg="add del mod replId">
          <pc:chgData name="swati hoti" userId="21b8e21fb000eade" providerId="Windows Live" clId="Web-{9EF95208-0421-414A-AD70-879B6085BE4A}" dt="2023-04-28T06:17:44.984" v="15"/>
          <pc:sldLayoutMkLst>
            <pc:docMk/>
            <pc:sldMasterMk cId="282324659" sldId="2147483863"/>
            <pc:sldLayoutMk cId="1667123076" sldId="2147483864"/>
          </pc:sldLayoutMkLst>
        </pc:sldLayoutChg>
        <pc:sldLayoutChg chg="add del mod replId">
          <pc:chgData name="swati hoti" userId="21b8e21fb000eade" providerId="Windows Live" clId="Web-{9EF95208-0421-414A-AD70-879B6085BE4A}" dt="2023-04-28T06:17:44.984" v="15"/>
          <pc:sldLayoutMkLst>
            <pc:docMk/>
            <pc:sldMasterMk cId="282324659" sldId="2147483863"/>
            <pc:sldLayoutMk cId="3275390301" sldId="2147483865"/>
          </pc:sldLayoutMkLst>
        </pc:sldLayoutChg>
        <pc:sldLayoutChg chg="add del mod replId">
          <pc:chgData name="swati hoti" userId="21b8e21fb000eade" providerId="Windows Live" clId="Web-{9EF95208-0421-414A-AD70-879B6085BE4A}" dt="2023-04-28T06:17:44.984" v="15"/>
          <pc:sldLayoutMkLst>
            <pc:docMk/>
            <pc:sldMasterMk cId="282324659" sldId="2147483863"/>
            <pc:sldLayoutMk cId="236345404" sldId="2147483866"/>
          </pc:sldLayoutMkLst>
        </pc:sldLayoutChg>
        <pc:sldLayoutChg chg="add del mod replId">
          <pc:chgData name="swati hoti" userId="21b8e21fb000eade" providerId="Windows Live" clId="Web-{9EF95208-0421-414A-AD70-879B6085BE4A}" dt="2023-04-28T06:17:44.984" v="15"/>
          <pc:sldLayoutMkLst>
            <pc:docMk/>
            <pc:sldMasterMk cId="282324659" sldId="2147483863"/>
            <pc:sldLayoutMk cId="4107772677" sldId="2147483867"/>
          </pc:sldLayoutMkLst>
        </pc:sldLayoutChg>
        <pc:sldLayoutChg chg="add del mod replId">
          <pc:chgData name="swati hoti" userId="21b8e21fb000eade" providerId="Windows Live" clId="Web-{9EF95208-0421-414A-AD70-879B6085BE4A}" dt="2023-04-28T06:17:44.984" v="15"/>
          <pc:sldLayoutMkLst>
            <pc:docMk/>
            <pc:sldMasterMk cId="282324659" sldId="2147483863"/>
            <pc:sldLayoutMk cId="1552344962" sldId="2147483868"/>
          </pc:sldLayoutMkLst>
        </pc:sldLayoutChg>
        <pc:sldLayoutChg chg="add del mod replId">
          <pc:chgData name="swati hoti" userId="21b8e21fb000eade" providerId="Windows Live" clId="Web-{9EF95208-0421-414A-AD70-879B6085BE4A}" dt="2023-04-28T06:17:44.984" v="15"/>
          <pc:sldLayoutMkLst>
            <pc:docMk/>
            <pc:sldMasterMk cId="282324659" sldId="2147483863"/>
            <pc:sldLayoutMk cId="3367652584" sldId="2147483869"/>
          </pc:sldLayoutMkLst>
        </pc:sldLayoutChg>
        <pc:sldLayoutChg chg="add del mod replId">
          <pc:chgData name="swati hoti" userId="21b8e21fb000eade" providerId="Windows Live" clId="Web-{9EF95208-0421-414A-AD70-879B6085BE4A}" dt="2023-04-28T06:17:44.984" v="15"/>
          <pc:sldLayoutMkLst>
            <pc:docMk/>
            <pc:sldMasterMk cId="282324659" sldId="2147483863"/>
            <pc:sldLayoutMk cId="1347311368" sldId="2147483870"/>
          </pc:sldLayoutMkLst>
        </pc:sldLayoutChg>
        <pc:sldLayoutChg chg="add del mod replId">
          <pc:chgData name="swati hoti" userId="21b8e21fb000eade" providerId="Windows Live" clId="Web-{9EF95208-0421-414A-AD70-879B6085BE4A}" dt="2023-04-28T06:17:44.984" v="15"/>
          <pc:sldLayoutMkLst>
            <pc:docMk/>
            <pc:sldMasterMk cId="282324659" sldId="2147483863"/>
            <pc:sldLayoutMk cId="2487242711" sldId="2147483871"/>
          </pc:sldLayoutMkLst>
        </pc:sldLayoutChg>
        <pc:sldLayoutChg chg="add del mod replId">
          <pc:chgData name="swati hoti" userId="21b8e21fb000eade" providerId="Windows Live" clId="Web-{9EF95208-0421-414A-AD70-879B6085BE4A}" dt="2023-04-28T06:17:44.984" v="15"/>
          <pc:sldLayoutMkLst>
            <pc:docMk/>
            <pc:sldMasterMk cId="282324659" sldId="2147483863"/>
            <pc:sldLayoutMk cId="423961689" sldId="2147483872"/>
          </pc:sldLayoutMkLst>
        </pc:sldLayoutChg>
        <pc:sldLayoutChg chg="add del mod replId">
          <pc:chgData name="swati hoti" userId="21b8e21fb000eade" providerId="Windows Live" clId="Web-{9EF95208-0421-414A-AD70-879B6085BE4A}" dt="2023-04-28T06:17:44.984" v="15"/>
          <pc:sldLayoutMkLst>
            <pc:docMk/>
            <pc:sldMasterMk cId="282324659" sldId="2147483863"/>
            <pc:sldLayoutMk cId="1965982375" sldId="2147483873"/>
          </pc:sldLayoutMkLst>
        </pc:sldLayoutChg>
        <pc:sldLayoutChg chg="add del mod replId">
          <pc:chgData name="swati hoti" userId="21b8e21fb000eade" providerId="Windows Live" clId="Web-{9EF95208-0421-414A-AD70-879B6085BE4A}" dt="2023-04-28T06:17:44.984" v="15"/>
          <pc:sldLayoutMkLst>
            <pc:docMk/>
            <pc:sldMasterMk cId="282324659" sldId="2147483863"/>
            <pc:sldLayoutMk cId="2380437081" sldId="2147483874"/>
          </pc:sldLayoutMkLst>
        </pc:sldLayoutChg>
      </pc:sldMasterChg>
      <pc:sldMasterChg chg="add del addSldLayout delSldLayout modSldLayout">
        <pc:chgData name="swati hoti" userId="21b8e21fb000eade" providerId="Windows Live" clId="Web-{9EF95208-0421-414A-AD70-879B6085BE4A}" dt="2023-04-28T06:17:50.719" v="16"/>
        <pc:sldMasterMkLst>
          <pc:docMk/>
          <pc:sldMasterMk cId="577210870" sldId="2147483875"/>
        </pc:sldMasterMkLst>
        <pc:sldLayoutChg chg="add del mod replId">
          <pc:chgData name="swati hoti" userId="21b8e21fb000eade" providerId="Windows Live" clId="Web-{9EF95208-0421-414A-AD70-879B6085BE4A}" dt="2023-04-28T06:17:50.719" v="16"/>
          <pc:sldLayoutMkLst>
            <pc:docMk/>
            <pc:sldMasterMk cId="577210870" sldId="2147483875"/>
            <pc:sldLayoutMk cId="1501366755" sldId="2147483876"/>
          </pc:sldLayoutMkLst>
        </pc:sldLayoutChg>
        <pc:sldLayoutChg chg="add del mod replId">
          <pc:chgData name="swati hoti" userId="21b8e21fb000eade" providerId="Windows Live" clId="Web-{9EF95208-0421-414A-AD70-879B6085BE4A}" dt="2023-04-28T06:17:50.719" v="16"/>
          <pc:sldLayoutMkLst>
            <pc:docMk/>
            <pc:sldMasterMk cId="577210870" sldId="2147483875"/>
            <pc:sldLayoutMk cId="3254639803" sldId="2147483877"/>
          </pc:sldLayoutMkLst>
        </pc:sldLayoutChg>
        <pc:sldLayoutChg chg="add del mod replId">
          <pc:chgData name="swati hoti" userId="21b8e21fb000eade" providerId="Windows Live" clId="Web-{9EF95208-0421-414A-AD70-879B6085BE4A}" dt="2023-04-28T06:17:50.719" v="16"/>
          <pc:sldLayoutMkLst>
            <pc:docMk/>
            <pc:sldMasterMk cId="577210870" sldId="2147483875"/>
            <pc:sldLayoutMk cId="1705040637" sldId="2147483878"/>
          </pc:sldLayoutMkLst>
        </pc:sldLayoutChg>
        <pc:sldLayoutChg chg="add del mod replId">
          <pc:chgData name="swati hoti" userId="21b8e21fb000eade" providerId="Windows Live" clId="Web-{9EF95208-0421-414A-AD70-879B6085BE4A}" dt="2023-04-28T06:17:50.719" v="16"/>
          <pc:sldLayoutMkLst>
            <pc:docMk/>
            <pc:sldMasterMk cId="577210870" sldId="2147483875"/>
            <pc:sldLayoutMk cId="265728064" sldId="2147483879"/>
          </pc:sldLayoutMkLst>
        </pc:sldLayoutChg>
        <pc:sldLayoutChg chg="add del mod replId">
          <pc:chgData name="swati hoti" userId="21b8e21fb000eade" providerId="Windows Live" clId="Web-{9EF95208-0421-414A-AD70-879B6085BE4A}" dt="2023-04-28T06:17:50.719" v="16"/>
          <pc:sldLayoutMkLst>
            <pc:docMk/>
            <pc:sldMasterMk cId="577210870" sldId="2147483875"/>
            <pc:sldLayoutMk cId="2755719876" sldId="2147483880"/>
          </pc:sldLayoutMkLst>
        </pc:sldLayoutChg>
        <pc:sldLayoutChg chg="add del mod replId">
          <pc:chgData name="swati hoti" userId="21b8e21fb000eade" providerId="Windows Live" clId="Web-{9EF95208-0421-414A-AD70-879B6085BE4A}" dt="2023-04-28T06:17:50.719" v="16"/>
          <pc:sldLayoutMkLst>
            <pc:docMk/>
            <pc:sldMasterMk cId="577210870" sldId="2147483875"/>
            <pc:sldLayoutMk cId="3977897595" sldId="2147483881"/>
          </pc:sldLayoutMkLst>
        </pc:sldLayoutChg>
        <pc:sldLayoutChg chg="add del mod replId">
          <pc:chgData name="swati hoti" userId="21b8e21fb000eade" providerId="Windows Live" clId="Web-{9EF95208-0421-414A-AD70-879B6085BE4A}" dt="2023-04-28T06:17:50.719" v="16"/>
          <pc:sldLayoutMkLst>
            <pc:docMk/>
            <pc:sldMasterMk cId="577210870" sldId="2147483875"/>
            <pc:sldLayoutMk cId="3232109581" sldId="2147483882"/>
          </pc:sldLayoutMkLst>
        </pc:sldLayoutChg>
        <pc:sldLayoutChg chg="add del mod replId">
          <pc:chgData name="swati hoti" userId="21b8e21fb000eade" providerId="Windows Live" clId="Web-{9EF95208-0421-414A-AD70-879B6085BE4A}" dt="2023-04-28T06:17:50.719" v="16"/>
          <pc:sldLayoutMkLst>
            <pc:docMk/>
            <pc:sldMasterMk cId="577210870" sldId="2147483875"/>
            <pc:sldLayoutMk cId="3598577765" sldId="2147483883"/>
          </pc:sldLayoutMkLst>
        </pc:sldLayoutChg>
        <pc:sldLayoutChg chg="add del mod replId">
          <pc:chgData name="swati hoti" userId="21b8e21fb000eade" providerId="Windows Live" clId="Web-{9EF95208-0421-414A-AD70-879B6085BE4A}" dt="2023-04-28T06:17:50.719" v="16"/>
          <pc:sldLayoutMkLst>
            <pc:docMk/>
            <pc:sldMasterMk cId="577210870" sldId="2147483875"/>
            <pc:sldLayoutMk cId="1636847591" sldId="2147483884"/>
          </pc:sldLayoutMkLst>
        </pc:sldLayoutChg>
        <pc:sldLayoutChg chg="add del mod replId">
          <pc:chgData name="swati hoti" userId="21b8e21fb000eade" providerId="Windows Live" clId="Web-{9EF95208-0421-414A-AD70-879B6085BE4A}" dt="2023-04-28T06:17:50.719" v="16"/>
          <pc:sldLayoutMkLst>
            <pc:docMk/>
            <pc:sldMasterMk cId="577210870" sldId="2147483875"/>
            <pc:sldLayoutMk cId="2578064572" sldId="2147483885"/>
          </pc:sldLayoutMkLst>
        </pc:sldLayoutChg>
        <pc:sldLayoutChg chg="add del mod replId">
          <pc:chgData name="swati hoti" userId="21b8e21fb000eade" providerId="Windows Live" clId="Web-{9EF95208-0421-414A-AD70-879B6085BE4A}" dt="2023-04-28T06:17:50.719" v="16"/>
          <pc:sldLayoutMkLst>
            <pc:docMk/>
            <pc:sldMasterMk cId="577210870" sldId="2147483875"/>
            <pc:sldLayoutMk cId="275947508" sldId="2147483886"/>
          </pc:sldLayoutMkLst>
        </pc:sldLayoutChg>
      </pc:sldMasterChg>
      <pc:sldMasterChg chg="add del addSldLayout delSldLayout modSldLayout">
        <pc:chgData name="swati hoti" userId="21b8e21fb000eade" providerId="Windows Live" clId="Web-{9EF95208-0421-414A-AD70-879B6085BE4A}" dt="2023-04-28T06:17:57.688" v="17"/>
        <pc:sldMasterMkLst>
          <pc:docMk/>
          <pc:sldMasterMk cId="2261756841" sldId="2147483887"/>
        </pc:sldMasterMkLst>
        <pc:sldLayoutChg chg="add del mod replId">
          <pc:chgData name="swati hoti" userId="21b8e21fb000eade" providerId="Windows Live" clId="Web-{9EF95208-0421-414A-AD70-879B6085BE4A}" dt="2023-04-28T06:17:57.688" v="17"/>
          <pc:sldLayoutMkLst>
            <pc:docMk/>
            <pc:sldMasterMk cId="2261756841" sldId="2147483887"/>
            <pc:sldLayoutMk cId="82209447" sldId="2147483888"/>
          </pc:sldLayoutMkLst>
        </pc:sldLayoutChg>
        <pc:sldLayoutChg chg="add del mod replId">
          <pc:chgData name="swati hoti" userId="21b8e21fb000eade" providerId="Windows Live" clId="Web-{9EF95208-0421-414A-AD70-879B6085BE4A}" dt="2023-04-28T06:17:57.688" v="17"/>
          <pc:sldLayoutMkLst>
            <pc:docMk/>
            <pc:sldMasterMk cId="2261756841" sldId="2147483887"/>
            <pc:sldLayoutMk cId="302018420" sldId="2147483889"/>
          </pc:sldLayoutMkLst>
        </pc:sldLayoutChg>
        <pc:sldLayoutChg chg="add del mod replId">
          <pc:chgData name="swati hoti" userId="21b8e21fb000eade" providerId="Windows Live" clId="Web-{9EF95208-0421-414A-AD70-879B6085BE4A}" dt="2023-04-28T06:17:57.688" v="17"/>
          <pc:sldLayoutMkLst>
            <pc:docMk/>
            <pc:sldMasterMk cId="2261756841" sldId="2147483887"/>
            <pc:sldLayoutMk cId="1824608232" sldId="2147483890"/>
          </pc:sldLayoutMkLst>
        </pc:sldLayoutChg>
        <pc:sldLayoutChg chg="add del mod replId">
          <pc:chgData name="swati hoti" userId="21b8e21fb000eade" providerId="Windows Live" clId="Web-{9EF95208-0421-414A-AD70-879B6085BE4A}" dt="2023-04-28T06:17:57.688" v="17"/>
          <pc:sldLayoutMkLst>
            <pc:docMk/>
            <pc:sldMasterMk cId="2261756841" sldId="2147483887"/>
            <pc:sldLayoutMk cId="2943081417" sldId="2147483891"/>
          </pc:sldLayoutMkLst>
        </pc:sldLayoutChg>
        <pc:sldLayoutChg chg="add del mod replId">
          <pc:chgData name="swati hoti" userId="21b8e21fb000eade" providerId="Windows Live" clId="Web-{9EF95208-0421-414A-AD70-879B6085BE4A}" dt="2023-04-28T06:17:57.688" v="17"/>
          <pc:sldLayoutMkLst>
            <pc:docMk/>
            <pc:sldMasterMk cId="2261756841" sldId="2147483887"/>
            <pc:sldLayoutMk cId="2783012578" sldId="2147483892"/>
          </pc:sldLayoutMkLst>
        </pc:sldLayoutChg>
        <pc:sldLayoutChg chg="add del mod replId">
          <pc:chgData name="swati hoti" userId="21b8e21fb000eade" providerId="Windows Live" clId="Web-{9EF95208-0421-414A-AD70-879B6085BE4A}" dt="2023-04-28T06:17:57.688" v="17"/>
          <pc:sldLayoutMkLst>
            <pc:docMk/>
            <pc:sldMasterMk cId="2261756841" sldId="2147483887"/>
            <pc:sldLayoutMk cId="841633078" sldId="2147483893"/>
          </pc:sldLayoutMkLst>
        </pc:sldLayoutChg>
        <pc:sldLayoutChg chg="add del mod replId">
          <pc:chgData name="swati hoti" userId="21b8e21fb000eade" providerId="Windows Live" clId="Web-{9EF95208-0421-414A-AD70-879B6085BE4A}" dt="2023-04-28T06:17:57.688" v="17"/>
          <pc:sldLayoutMkLst>
            <pc:docMk/>
            <pc:sldMasterMk cId="2261756841" sldId="2147483887"/>
            <pc:sldLayoutMk cId="1901645066" sldId="2147483894"/>
          </pc:sldLayoutMkLst>
        </pc:sldLayoutChg>
        <pc:sldLayoutChg chg="add del mod replId">
          <pc:chgData name="swati hoti" userId="21b8e21fb000eade" providerId="Windows Live" clId="Web-{9EF95208-0421-414A-AD70-879B6085BE4A}" dt="2023-04-28T06:17:57.688" v="17"/>
          <pc:sldLayoutMkLst>
            <pc:docMk/>
            <pc:sldMasterMk cId="2261756841" sldId="2147483887"/>
            <pc:sldLayoutMk cId="2500996568" sldId="2147483895"/>
          </pc:sldLayoutMkLst>
        </pc:sldLayoutChg>
        <pc:sldLayoutChg chg="add del mod replId">
          <pc:chgData name="swati hoti" userId="21b8e21fb000eade" providerId="Windows Live" clId="Web-{9EF95208-0421-414A-AD70-879B6085BE4A}" dt="2023-04-28T06:17:57.688" v="17"/>
          <pc:sldLayoutMkLst>
            <pc:docMk/>
            <pc:sldMasterMk cId="2261756841" sldId="2147483887"/>
            <pc:sldLayoutMk cId="1152807914" sldId="2147483896"/>
          </pc:sldLayoutMkLst>
        </pc:sldLayoutChg>
        <pc:sldLayoutChg chg="add del mod replId">
          <pc:chgData name="swati hoti" userId="21b8e21fb000eade" providerId="Windows Live" clId="Web-{9EF95208-0421-414A-AD70-879B6085BE4A}" dt="2023-04-28T06:17:57.688" v="17"/>
          <pc:sldLayoutMkLst>
            <pc:docMk/>
            <pc:sldMasterMk cId="2261756841" sldId="2147483887"/>
            <pc:sldLayoutMk cId="881104621" sldId="2147483897"/>
          </pc:sldLayoutMkLst>
        </pc:sldLayoutChg>
        <pc:sldLayoutChg chg="add del mod replId">
          <pc:chgData name="swati hoti" userId="21b8e21fb000eade" providerId="Windows Live" clId="Web-{9EF95208-0421-414A-AD70-879B6085BE4A}" dt="2023-04-28T06:17:57.688" v="17"/>
          <pc:sldLayoutMkLst>
            <pc:docMk/>
            <pc:sldMasterMk cId="2261756841" sldId="2147483887"/>
            <pc:sldLayoutMk cId="1562888643" sldId="2147483898"/>
          </pc:sldLayoutMkLst>
        </pc:sldLayoutChg>
      </pc:sldMasterChg>
      <pc:sldMasterChg chg="add addSldLayout modSldLayout">
        <pc:chgData name="swati hoti" userId="21b8e21fb000eade" providerId="Windows Live" clId="Web-{9EF95208-0421-414A-AD70-879B6085BE4A}" dt="2023-04-28T06:17:57.688" v="17"/>
        <pc:sldMasterMkLst>
          <pc:docMk/>
          <pc:sldMasterMk cId="459311664" sldId="2147483899"/>
        </pc:sldMasterMkLst>
        <pc:sldLayoutChg chg="add mod replId">
          <pc:chgData name="swati hoti" userId="21b8e21fb000eade" providerId="Windows Live" clId="Web-{9EF95208-0421-414A-AD70-879B6085BE4A}" dt="2023-04-28T06:17:57.688" v="17"/>
          <pc:sldLayoutMkLst>
            <pc:docMk/>
            <pc:sldMasterMk cId="459311664" sldId="2147483899"/>
            <pc:sldLayoutMk cId="327781247" sldId="2147483900"/>
          </pc:sldLayoutMkLst>
        </pc:sldLayoutChg>
        <pc:sldLayoutChg chg="add mod replId">
          <pc:chgData name="swati hoti" userId="21b8e21fb000eade" providerId="Windows Live" clId="Web-{9EF95208-0421-414A-AD70-879B6085BE4A}" dt="2023-04-28T06:17:57.688" v="17"/>
          <pc:sldLayoutMkLst>
            <pc:docMk/>
            <pc:sldMasterMk cId="459311664" sldId="2147483899"/>
            <pc:sldLayoutMk cId="2809911322" sldId="2147483901"/>
          </pc:sldLayoutMkLst>
        </pc:sldLayoutChg>
        <pc:sldLayoutChg chg="add mod replId">
          <pc:chgData name="swati hoti" userId="21b8e21fb000eade" providerId="Windows Live" clId="Web-{9EF95208-0421-414A-AD70-879B6085BE4A}" dt="2023-04-28T06:17:57.688" v="17"/>
          <pc:sldLayoutMkLst>
            <pc:docMk/>
            <pc:sldMasterMk cId="459311664" sldId="2147483899"/>
            <pc:sldLayoutMk cId="2158613433" sldId="2147483902"/>
          </pc:sldLayoutMkLst>
        </pc:sldLayoutChg>
        <pc:sldLayoutChg chg="add mod replId">
          <pc:chgData name="swati hoti" userId="21b8e21fb000eade" providerId="Windows Live" clId="Web-{9EF95208-0421-414A-AD70-879B6085BE4A}" dt="2023-04-28T06:17:57.688" v="17"/>
          <pc:sldLayoutMkLst>
            <pc:docMk/>
            <pc:sldMasterMk cId="459311664" sldId="2147483899"/>
            <pc:sldLayoutMk cId="574420501" sldId="2147483903"/>
          </pc:sldLayoutMkLst>
        </pc:sldLayoutChg>
        <pc:sldLayoutChg chg="add mod replId">
          <pc:chgData name="swati hoti" userId="21b8e21fb000eade" providerId="Windows Live" clId="Web-{9EF95208-0421-414A-AD70-879B6085BE4A}" dt="2023-04-28T06:17:57.688" v="17"/>
          <pc:sldLayoutMkLst>
            <pc:docMk/>
            <pc:sldMasterMk cId="459311664" sldId="2147483899"/>
            <pc:sldLayoutMk cId="336850542" sldId="2147483904"/>
          </pc:sldLayoutMkLst>
        </pc:sldLayoutChg>
        <pc:sldLayoutChg chg="add mod replId">
          <pc:chgData name="swati hoti" userId="21b8e21fb000eade" providerId="Windows Live" clId="Web-{9EF95208-0421-414A-AD70-879B6085BE4A}" dt="2023-04-28T06:17:57.688" v="17"/>
          <pc:sldLayoutMkLst>
            <pc:docMk/>
            <pc:sldMasterMk cId="459311664" sldId="2147483899"/>
            <pc:sldLayoutMk cId="833631741" sldId="2147483905"/>
          </pc:sldLayoutMkLst>
        </pc:sldLayoutChg>
        <pc:sldLayoutChg chg="add mod replId">
          <pc:chgData name="swati hoti" userId="21b8e21fb000eade" providerId="Windows Live" clId="Web-{9EF95208-0421-414A-AD70-879B6085BE4A}" dt="2023-04-28T06:17:57.688" v="17"/>
          <pc:sldLayoutMkLst>
            <pc:docMk/>
            <pc:sldMasterMk cId="459311664" sldId="2147483899"/>
            <pc:sldLayoutMk cId="122767733" sldId="2147483906"/>
          </pc:sldLayoutMkLst>
        </pc:sldLayoutChg>
        <pc:sldLayoutChg chg="add mod replId">
          <pc:chgData name="swati hoti" userId="21b8e21fb000eade" providerId="Windows Live" clId="Web-{9EF95208-0421-414A-AD70-879B6085BE4A}" dt="2023-04-28T06:17:57.688" v="17"/>
          <pc:sldLayoutMkLst>
            <pc:docMk/>
            <pc:sldMasterMk cId="459311664" sldId="2147483899"/>
            <pc:sldLayoutMk cId="3225982255" sldId="2147483907"/>
          </pc:sldLayoutMkLst>
        </pc:sldLayoutChg>
        <pc:sldLayoutChg chg="add mod replId">
          <pc:chgData name="swati hoti" userId="21b8e21fb000eade" providerId="Windows Live" clId="Web-{9EF95208-0421-414A-AD70-879B6085BE4A}" dt="2023-04-28T06:17:57.688" v="17"/>
          <pc:sldLayoutMkLst>
            <pc:docMk/>
            <pc:sldMasterMk cId="459311664" sldId="2147483899"/>
            <pc:sldLayoutMk cId="912710943" sldId="2147483908"/>
          </pc:sldLayoutMkLst>
        </pc:sldLayoutChg>
        <pc:sldLayoutChg chg="add mod replId">
          <pc:chgData name="swati hoti" userId="21b8e21fb000eade" providerId="Windows Live" clId="Web-{9EF95208-0421-414A-AD70-879B6085BE4A}" dt="2023-04-28T06:17:57.688" v="17"/>
          <pc:sldLayoutMkLst>
            <pc:docMk/>
            <pc:sldMasterMk cId="459311664" sldId="2147483899"/>
            <pc:sldLayoutMk cId="2720087616" sldId="2147483909"/>
          </pc:sldLayoutMkLst>
        </pc:sldLayoutChg>
        <pc:sldLayoutChg chg="add mod replId">
          <pc:chgData name="swati hoti" userId="21b8e21fb000eade" providerId="Windows Live" clId="Web-{9EF95208-0421-414A-AD70-879B6085BE4A}" dt="2023-04-28T06:17:57.688" v="17"/>
          <pc:sldLayoutMkLst>
            <pc:docMk/>
            <pc:sldMasterMk cId="459311664" sldId="2147483899"/>
            <pc:sldLayoutMk cId="1776074780" sldId="2147483910"/>
          </pc:sldLayoutMkLst>
        </pc:sldLayoutChg>
        <pc:sldLayoutChg chg="add mod replId">
          <pc:chgData name="swati hoti" userId="21b8e21fb000eade" providerId="Windows Live" clId="Web-{9EF95208-0421-414A-AD70-879B6085BE4A}" dt="2023-04-28T06:17:57.688" v="17"/>
          <pc:sldLayoutMkLst>
            <pc:docMk/>
            <pc:sldMasterMk cId="459311664" sldId="2147483899"/>
            <pc:sldLayoutMk cId="3526155702" sldId="2147483911"/>
          </pc:sldLayoutMkLst>
        </pc:sldLayoutChg>
        <pc:sldLayoutChg chg="add mod replId">
          <pc:chgData name="swati hoti" userId="21b8e21fb000eade" providerId="Windows Live" clId="Web-{9EF95208-0421-414A-AD70-879B6085BE4A}" dt="2023-04-28T06:17:57.688" v="17"/>
          <pc:sldLayoutMkLst>
            <pc:docMk/>
            <pc:sldMasterMk cId="459311664" sldId="2147483899"/>
            <pc:sldLayoutMk cId="2693242018" sldId="2147483912"/>
          </pc:sldLayoutMkLst>
        </pc:sldLayoutChg>
        <pc:sldLayoutChg chg="add mod replId">
          <pc:chgData name="swati hoti" userId="21b8e21fb000eade" providerId="Windows Live" clId="Web-{9EF95208-0421-414A-AD70-879B6085BE4A}" dt="2023-04-28T06:17:57.688" v="17"/>
          <pc:sldLayoutMkLst>
            <pc:docMk/>
            <pc:sldMasterMk cId="459311664" sldId="2147483899"/>
            <pc:sldLayoutMk cId="1445389722" sldId="2147483913"/>
          </pc:sldLayoutMkLst>
        </pc:sldLayoutChg>
        <pc:sldLayoutChg chg="add mod replId">
          <pc:chgData name="swati hoti" userId="21b8e21fb000eade" providerId="Windows Live" clId="Web-{9EF95208-0421-414A-AD70-879B6085BE4A}" dt="2023-04-28T06:17:57.688" v="17"/>
          <pc:sldLayoutMkLst>
            <pc:docMk/>
            <pc:sldMasterMk cId="459311664" sldId="2147483899"/>
            <pc:sldLayoutMk cId="2446359910" sldId="2147483914"/>
          </pc:sldLayoutMkLst>
        </pc:sldLayoutChg>
        <pc:sldLayoutChg chg="add mod replId">
          <pc:chgData name="swati hoti" userId="21b8e21fb000eade" providerId="Windows Live" clId="Web-{9EF95208-0421-414A-AD70-879B6085BE4A}" dt="2023-04-28T06:17:57.688" v="17"/>
          <pc:sldLayoutMkLst>
            <pc:docMk/>
            <pc:sldMasterMk cId="459311664" sldId="2147483899"/>
            <pc:sldLayoutMk cId="1770748688" sldId="2147483915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7812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99113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8613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44205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6/7/2023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8505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6/7/2023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36317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6/7/2023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767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5982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27109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0087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760747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61557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932420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53897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63599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07486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6/7/2023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9311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0" r:id="rId1"/>
    <p:sldLayoutId id="2147483901" r:id="rId2"/>
    <p:sldLayoutId id="2147483902" r:id="rId3"/>
    <p:sldLayoutId id="2147483903" r:id="rId4"/>
    <p:sldLayoutId id="2147483904" r:id="rId5"/>
    <p:sldLayoutId id="2147483905" r:id="rId6"/>
    <p:sldLayoutId id="2147483906" r:id="rId7"/>
    <p:sldLayoutId id="2147483907" r:id="rId8"/>
    <p:sldLayoutId id="2147483908" r:id="rId9"/>
    <p:sldLayoutId id="2147483909" r:id="rId10"/>
    <p:sldLayoutId id="2147483910" r:id="rId11"/>
    <p:sldLayoutId id="2147483911" r:id="rId12"/>
    <p:sldLayoutId id="2147483912" r:id="rId13"/>
    <p:sldLayoutId id="2147483913" r:id="rId14"/>
    <p:sldLayoutId id="2147483914" r:id="rId15"/>
    <p:sldLayoutId id="214748391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engineersgarage.com/calcultor-with-8051-in-c-language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7">
            <a:extLst>
              <a:ext uri="{FF2B5EF4-FFF2-40B4-BE49-F238E27FC236}">
                <a16:creationId xmlns="" xmlns:a16="http://schemas.microsoft.com/office/drawing/2014/main" id="{F81819F9-8CAC-4A6C-8F06-0482027F973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2" y="0"/>
            <a:ext cx="12191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53273" y="1370234"/>
            <a:ext cx="8131550" cy="1447308"/>
          </a:xfrm>
        </p:spPr>
        <p:txBody>
          <a:bodyPr>
            <a:noAutofit/>
          </a:bodyPr>
          <a:lstStyle/>
          <a:p>
            <a:r>
              <a:rPr lang="en-US" b="1" dirty="0">
                <a:latin typeface="Times New Roman"/>
                <a:cs typeface="Times New Roman"/>
              </a:rPr>
              <a:t>SIMPLE CALCULATOR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46114" y="4649012"/>
            <a:ext cx="3158498" cy="176738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000" b="1" dirty="0">
                <a:latin typeface="Times New Roman"/>
                <a:cs typeface="Times New Roman"/>
              </a:rPr>
              <a:t>Presented by:</a:t>
            </a:r>
          </a:p>
          <a:p>
            <a:r>
              <a:rPr lang="en-US" sz="2000" b="1" dirty="0" smtClean="0">
                <a:latin typeface="Times New Roman"/>
                <a:cs typeface="Times New Roman"/>
              </a:rPr>
              <a:t>Praveen Magadum</a:t>
            </a:r>
            <a:endParaRPr lang="en-US" sz="2000" b="1" dirty="0">
              <a:latin typeface="Times New Roman"/>
              <a:cs typeface="Times New Roman"/>
            </a:endParaRPr>
          </a:p>
        </p:txBody>
      </p:sp>
      <p:sp>
        <p:nvSpPr>
          <p:cNvPr id="6" name="Rectangle 9">
            <a:extLst>
              <a:ext uri="{FF2B5EF4-FFF2-40B4-BE49-F238E27FC236}">
                <a16:creationId xmlns="" xmlns:a16="http://schemas.microsoft.com/office/drawing/2014/main" id="{4A98CC08-AEC2-4E8F-8F52-0F5C6372DB4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1" y="0"/>
            <a:ext cx="285151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11">
            <a:extLst>
              <a:ext uri="{FF2B5EF4-FFF2-40B4-BE49-F238E27FC236}">
                <a16:creationId xmlns="" xmlns:a16="http://schemas.microsoft.com/office/drawing/2014/main" id="{5D1545E6-EB3C-4478-A661-A2CA963F129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  <a:solidFill>
            <a:schemeClr val="tx2">
              <a:lumMod val="60000"/>
              <a:lumOff val="40000"/>
              <a:alpha val="40000"/>
            </a:schemeClr>
          </a:solidFill>
        </p:grpSpPr>
        <p:sp>
          <p:nvSpPr>
            <p:cNvPr id="13" name="Freeform 11">
              <a:extLst>
                <a:ext uri="{FF2B5EF4-FFF2-40B4-BE49-F238E27FC236}">
                  <a16:creationId xmlns="" xmlns:a16="http://schemas.microsoft.com/office/drawing/2014/main" id="{B2E5B960-0C5D-4F77-8E9F-9F3D883D83C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4" name="Freeform 12">
              <a:extLst>
                <a:ext uri="{FF2B5EF4-FFF2-40B4-BE49-F238E27FC236}">
                  <a16:creationId xmlns="" xmlns:a16="http://schemas.microsoft.com/office/drawing/2014/main" id="{258E44FC-92AD-43A0-BB05-DB268C82D8B2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5" name="Freeform 13">
              <a:extLst>
                <a:ext uri="{FF2B5EF4-FFF2-40B4-BE49-F238E27FC236}">
                  <a16:creationId xmlns="" xmlns:a16="http://schemas.microsoft.com/office/drawing/2014/main" id="{C63D3083-A56C-4199-8DE0-63C8BE9EDFE9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6" name="Freeform 14">
              <a:extLst>
                <a:ext uri="{FF2B5EF4-FFF2-40B4-BE49-F238E27FC236}">
                  <a16:creationId xmlns="" xmlns:a16="http://schemas.microsoft.com/office/drawing/2014/main" id="{C7CD3581-635D-438F-A64F-68404E7AE0B8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7" name="Freeform 15">
              <a:extLst>
                <a:ext uri="{FF2B5EF4-FFF2-40B4-BE49-F238E27FC236}">
                  <a16:creationId xmlns="" xmlns:a16="http://schemas.microsoft.com/office/drawing/2014/main" id="{AD6904C0-211C-41A2-BDB8-3B07C90BBB4C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8" name="Freeform 16">
              <a:extLst>
                <a:ext uri="{FF2B5EF4-FFF2-40B4-BE49-F238E27FC236}">
                  <a16:creationId xmlns="" xmlns:a16="http://schemas.microsoft.com/office/drawing/2014/main" id="{B0837DA6-CAF9-4E78-A39E-6358EDE2B108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9" name="Freeform 17">
              <a:extLst>
                <a:ext uri="{FF2B5EF4-FFF2-40B4-BE49-F238E27FC236}">
                  <a16:creationId xmlns="" xmlns:a16="http://schemas.microsoft.com/office/drawing/2014/main" id="{0A99DD7D-3AB3-471E-842F-8AFEA09D07E4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0" name="Freeform 18">
              <a:extLst>
                <a:ext uri="{FF2B5EF4-FFF2-40B4-BE49-F238E27FC236}">
                  <a16:creationId xmlns="" xmlns:a16="http://schemas.microsoft.com/office/drawing/2014/main" id="{9C70B0D4-92FE-478F-86BD-93BA2C4DFCDC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1" name="Freeform 19">
              <a:extLst>
                <a:ext uri="{FF2B5EF4-FFF2-40B4-BE49-F238E27FC236}">
                  <a16:creationId xmlns="" xmlns:a16="http://schemas.microsoft.com/office/drawing/2014/main" id="{C9156BE6-11D4-4696-9E3F-C325BFAC819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2" name="Freeform 20">
              <a:extLst>
                <a:ext uri="{FF2B5EF4-FFF2-40B4-BE49-F238E27FC236}">
                  <a16:creationId xmlns="" xmlns:a16="http://schemas.microsoft.com/office/drawing/2014/main" id="{4E667226-1D20-4A9D-BBE3-AC17EA436F0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3" name="Freeform 21">
              <a:extLst>
                <a:ext uri="{FF2B5EF4-FFF2-40B4-BE49-F238E27FC236}">
                  <a16:creationId xmlns="" xmlns:a16="http://schemas.microsoft.com/office/drawing/2014/main" id="{2F87E3B6-5202-4434-9B26-42B46774F327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4" name="Freeform 22">
              <a:extLst>
                <a:ext uri="{FF2B5EF4-FFF2-40B4-BE49-F238E27FC236}">
                  <a16:creationId xmlns="" xmlns:a16="http://schemas.microsoft.com/office/drawing/2014/main" id="{AEA5E85F-F1F4-40E4-A62C-95324F674929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grpSp>
        <p:nvGrpSpPr>
          <p:cNvPr id="26" name="Group 25">
            <a:extLst>
              <a:ext uri="{FF2B5EF4-FFF2-40B4-BE49-F238E27FC236}">
                <a16:creationId xmlns="" xmlns:a16="http://schemas.microsoft.com/office/drawing/2014/main" id="{40A75861-F6C5-44A9-B161-B03701CBDE0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  <a:solidFill>
            <a:schemeClr val="tx2">
              <a:lumMod val="75000"/>
              <a:alpha val="70000"/>
            </a:schemeClr>
          </a:solidFill>
        </p:grpSpPr>
        <p:sp>
          <p:nvSpPr>
            <p:cNvPr id="27" name="Freeform 27">
              <a:extLst>
                <a:ext uri="{FF2B5EF4-FFF2-40B4-BE49-F238E27FC236}">
                  <a16:creationId xmlns="" xmlns:a16="http://schemas.microsoft.com/office/drawing/2014/main" id="{72EE642D-4F69-47C0-99BA-CE435035735F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8" name="Freeform 28">
              <a:extLst>
                <a:ext uri="{FF2B5EF4-FFF2-40B4-BE49-F238E27FC236}">
                  <a16:creationId xmlns="" xmlns:a16="http://schemas.microsoft.com/office/drawing/2014/main" id="{26178CE4-DA2D-46EA-AB8D-341C5AC563D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9" name="Freeform 29">
              <a:extLst>
                <a:ext uri="{FF2B5EF4-FFF2-40B4-BE49-F238E27FC236}">
                  <a16:creationId xmlns="" xmlns:a16="http://schemas.microsoft.com/office/drawing/2014/main" id="{698E9F53-8381-4FA5-A510-846925D242CF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0" name="Freeform 30">
              <a:extLst>
                <a:ext uri="{FF2B5EF4-FFF2-40B4-BE49-F238E27FC236}">
                  <a16:creationId xmlns="" xmlns:a16="http://schemas.microsoft.com/office/drawing/2014/main" id="{B13CE284-F21E-411B-BB8E-9C03B853CE44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1" name="Freeform 31">
              <a:extLst>
                <a:ext uri="{FF2B5EF4-FFF2-40B4-BE49-F238E27FC236}">
                  <a16:creationId xmlns="" xmlns:a16="http://schemas.microsoft.com/office/drawing/2014/main" id="{23DF4578-4703-437C-A797-2A2D0CEE5F4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2" name="Freeform 32">
              <a:extLst>
                <a:ext uri="{FF2B5EF4-FFF2-40B4-BE49-F238E27FC236}">
                  <a16:creationId xmlns="" xmlns:a16="http://schemas.microsoft.com/office/drawing/2014/main" id="{F878F330-AF64-4F8F-88FD-A4A408D6D368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3" name="Freeform 33">
              <a:extLst>
                <a:ext uri="{FF2B5EF4-FFF2-40B4-BE49-F238E27FC236}">
                  <a16:creationId xmlns="" xmlns:a16="http://schemas.microsoft.com/office/drawing/2014/main" id="{AC9B00BF-4FB7-42FA-BBBD-7DB54ED3F061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4" name="Freeform 34">
              <a:extLst>
                <a:ext uri="{FF2B5EF4-FFF2-40B4-BE49-F238E27FC236}">
                  <a16:creationId xmlns="" xmlns:a16="http://schemas.microsoft.com/office/drawing/2014/main" id="{BD3D64CA-2AAD-4609-8DAA-3EAD4609A6B1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5" name="Freeform 35">
              <a:extLst>
                <a:ext uri="{FF2B5EF4-FFF2-40B4-BE49-F238E27FC236}">
                  <a16:creationId xmlns="" xmlns:a16="http://schemas.microsoft.com/office/drawing/2014/main" id="{C669E05A-8550-4E91-B29E-E1912228EC93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6" name="Freeform 36">
              <a:extLst>
                <a:ext uri="{FF2B5EF4-FFF2-40B4-BE49-F238E27FC236}">
                  <a16:creationId xmlns="" xmlns:a16="http://schemas.microsoft.com/office/drawing/2014/main" id="{F8C1FD53-1E8F-46CA-BC2D-FCEC4DAE07F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7" name="Freeform 37">
              <a:extLst>
                <a:ext uri="{FF2B5EF4-FFF2-40B4-BE49-F238E27FC236}">
                  <a16:creationId xmlns="" xmlns:a16="http://schemas.microsoft.com/office/drawing/2014/main" id="{CC97A31F-CFDE-4EA3-98F1-13FDD16702E1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8" name="Freeform 38">
              <a:extLst>
                <a:ext uri="{FF2B5EF4-FFF2-40B4-BE49-F238E27FC236}">
                  <a16:creationId xmlns="" xmlns:a16="http://schemas.microsoft.com/office/drawing/2014/main" id="{9E1540E7-E6C3-4907-B70A-B17568365597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sp>
        <p:nvSpPr>
          <p:cNvPr id="40" name="Freeform 11">
            <a:extLst>
              <a:ext uri="{FF2B5EF4-FFF2-40B4-BE49-F238E27FC236}">
                <a16:creationId xmlns="" xmlns:a16="http://schemas.microsoft.com/office/drawing/2014/main" id="{1310EFE2-B91D-47E7-B117-C2A802800A7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 bwMode="auto">
          <a:xfrm flipV="1">
            <a:off x="-159" y="3411452"/>
            <a:ext cx="1098194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799C26B-724E-C226-C94D-FEF720AD6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>
                <a:latin typeface="Times New Roman"/>
                <a:cs typeface="Times New Roman"/>
              </a:rPr>
              <a:t>Content</a:t>
            </a:r>
            <a:r>
              <a:rPr lang="en-US" sz="4000" b="1" dirty="0">
                <a:latin typeface="Times New Roman"/>
              </a:rPr>
              <a:t/>
            </a:r>
            <a:br>
              <a:rPr lang="en-US" sz="4000" b="1" dirty="0">
                <a:latin typeface="Times New Roman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0D44E27-6A7C-565B-216C-CE3B1C699D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sz="2000" dirty="0">
                <a:latin typeface="Times New Roman"/>
                <a:cs typeface="Times New Roman"/>
              </a:rPr>
              <a:t>Project overview</a:t>
            </a:r>
          </a:p>
          <a:p>
            <a:r>
              <a:rPr lang="en-US" sz="2000" dirty="0">
                <a:latin typeface="Times New Roman"/>
                <a:cs typeface="Times New Roman"/>
              </a:rPr>
              <a:t>Flow chart </a:t>
            </a:r>
          </a:p>
          <a:p>
            <a:r>
              <a:rPr lang="en-US" sz="2000" dirty="0">
                <a:latin typeface="Times New Roman"/>
                <a:cs typeface="Times New Roman"/>
              </a:rPr>
              <a:t>Component used</a:t>
            </a:r>
          </a:p>
          <a:p>
            <a:r>
              <a:rPr lang="en-US" sz="2000" dirty="0">
                <a:latin typeface="Times New Roman"/>
                <a:cs typeface="Times New Roman"/>
              </a:rPr>
              <a:t>Working</a:t>
            </a:r>
          </a:p>
          <a:p>
            <a:r>
              <a:rPr lang="en-US" sz="2000" dirty="0">
                <a:latin typeface="Times New Roman"/>
                <a:cs typeface="Times New Roman"/>
              </a:rPr>
              <a:t>Application and Future scope</a:t>
            </a:r>
          </a:p>
          <a:p>
            <a:r>
              <a:rPr lang="en-US" sz="2000" dirty="0">
                <a:latin typeface="Times New Roman"/>
                <a:cs typeface="Times New Roman"/>
              </a:rPr>
              <a:t>Conclusion </a:t>
            </a:r>
          </a:p>
          <a:p>
            <a:r>
              <a:rPr lang="en-US" sz="2000" dirty="0">
                <a:latin typeface="Times New Roman"/>
                <a:cs typeface="Times New Roman"/>
              </a:rPr>
              <a:t>Reference</a:t>
            </a:r>
          </a:p>
        </p:txBody>
      </p:sp>
    </p:spTree>
    <p:extLst>
      <p:ext uri="{BB962C8B-B14F-4D97-AF65-F5344CB8AC3E}">
        <p14:creationId xmlns:p14="http://schemas.microsoft.com/office/powerpoint/2010/main" val="3832116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E685A50-7690-9AA5-CB7C-14250F37A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7669" y="624110"/>
            <a:ext cx="4137059" cy="1280890"/>
          </a:xfrm>
        </p:spPr>
        <p:txBody>
          <a:bodyPr>
            <a:normAutofit/>
          </a:bodyPr>
          <a:lstStyle/>
          <a:p>
            <a:r>
              <a:rPr lang="en-US" sz="3200" b="1">
                <a:latin typeface="Times New Roman"/>
                <a:cs typeface="Times New Roman"/>
              </a:rPr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94C1613-55F5-E654-80E6-80BC14BDD1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83956" y="2133600"/>
            <a:ext cx="4140772" cy="3777622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/>
            <a:r>
              <a:rPr lang="en-US" sz="2000" dirty="0">
                <a:solidFill>
                  <a:srgbClr val="000000"/>
                </a:solidFill>
                <a:latin typeface="Times New Roman"/>
                <a:cs typeface="Times New Roman"/>
              </a:rPr>
              <a:t>It uses 4*4 keypad matrix to take input number or operation sign, controller processes the data and send output to port two where LCD is connected.</a:t>
            </a:r>
            <a:endParaRPr lang="en-US" sz="2000">
              <a:latin typeface="Times New Roman"/>
              <a:cs typeface="Times New Roman"/>
            </a:endParaRPr>
          </a:p>
        </p:txBody>
      </p:sp>
      <p:pic>
        <p:nvPicPr>
          <p:cNvPr id="5" name="Picture 5" descr="Diagram, schematic&#10;&#10;Description automatically generated">
            <a:extLst>
              <a:ext uri="{FF2B5EF4-FFF2-40B4-BE49-F238E27FC236}">
                <a16:creationId xmlns="" xmlns:a16="http://schemas.microsoft.com/office/drawing/2014/main" id="{2590E930-ABDA-3F22-594D-C3305ED5CD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1032" y="1344967"/>
            <a:ext cx="6058567" cy="4823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513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Diagram&#10;&#10;Description automatically generated">
            <a:extLst>
              <a:ext uri="{FF2B5EF4-FFF2-40B4-BE49-F238E27FC236}">
                <a16:creationId xmlns="" xmlns:a16="http://schemas.microsoft.com/office/drawing/2014/main" id="{9B80A255-063F-6911-019C-8411615690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20239" y="368969"/>
            <a:ext cx="6861977" cy="6491411"/>
          </a:xfrm>
        </p:spPr>
      </p:pic>
    </p:spTree>
    <p:extLst>
      <p:ext uri="{BB962C8B-B14F-4D97-AF65-F5344CB8AC3E}">
        <p14:creationId xmlns:p14="http://schemas.microsoft.com/office/powerpoint/2010/main" val="3984597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B2D5FA1-9D12-C8C9-7694-B4C4A4F8E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/>
                <a:cs typeface="Times New Roman"/>
              </a:rPr>
              <a:t>Component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7B6208F-AAAD-96AD-CBF4-726DF68B40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8897" y="1906338"/>
            <a:ext cx="9035715" cy="447277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>
                <a:latin typeface="Times New Roman"/>
                <a:cs typeface="Times New Roman"/>
              </a:rPr>
              <a:t>4*4 matrix keypad</a:t>
            </a:r>
          </a:p>
          <a:p>
            <a:r>
              <a:rPr lang="en-US" sz="2000" dirty="0">
                <a:latin typeface="Times New Roman"/>
                <a:cs typeface="Times New Roman"/>
              </a:rPr>
              <a:t>Microcontroller AT89C51</a:t>
            </a:r>
          </a:p>
          <a:p>
            <a:r>
              <a:rPr lang="en-US" sz="2000" dirty="0">
                <a:latin typeface="Times New Roman"/>
                <a:cs typeface="Times New Roman"/>
              </a:rPr>
              <a:t>16*2 Liquid Crystal Display (LCD)</a:t>
            </a:r>
          </a:p>
        </p:txBody>
      </p:sp>
    </p:spTree>
    <p:extLst>
      <p:ext uri="{BB962C8B-B14F-4D97-AF65-F5344CB8AC3E}">
        <p14:creationId xmlns:p14="http://schemas.microsoft.com/office/powerpoint/2010/main" val="829390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225425C-C127-08EF-6C31-4B3DDFF84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latin typeface="Times New Roman"/>
                <a:cs typeface="Times New Roman"/>
              </a:rPr>
              <a:t>Working</a:t>
            </a:r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1361128-B4C4-27E7-EBBE-08824AD647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algn="just"/>
            <a:r>
              <a:rPr lang="en-US" sz="2000" dirty="0">
                <a:latin typeface="Times New Roman"/>
                <a:cs typeface="Times New Roman"/>
              </a:rPr>
              <a:t>A simple calculator takes input from a keypad and displays the answer on 16*2 LCD display.</a:t>
            </a:r>
          </a:p>
          <a:p>
            <a:pPr algn="just"/>
            <a:r>
              <a:rPr lang="en-US" sz="2000" dirty="0">
                <a:latin typeface="Times New Roman"/>
                <a:cs typeface="Times New Roman"/>
              </a:rPr>
              <a:t>To build a simple calculator that adds and subtracts four stages are needed.</a:t>
            </a:r>
          </a:p>
          <a:p>
            <a:pPr algn="just"/>
            <a:r>
              <a:rPr lang="en-US" sz="2000" dirty="0">
                <a:latin typeface="Times New Roman"/>
                <a:cs typeface="Times New Roman"/>
              </a:rPr>
              <a:t>The first stage takes the serial input of a number from a keyboard, converts the number into hex, and stores it into memory.</a:t>
            </a:r>
          </a:p>
          <a:p>
            <a:pPr algn="just"/>
            <a:r>
              <a:rPr lang="en-US" sz="2000" dirty="0">
                <a:latin typeface="Times New Roman"/>
                <a:cs typeface="Times New Roman"/>
              </a:rPr>
              <a:t>The second stage also takes serial input from the keypad only this time it is an operation key.</a:t>
            </a:r>
          </a:p>
          <a:p>
            <a:pPr algn="just"/>
            <a:r>
              <a:rPr lang="en-US" sz="2000" dirty="0">
                <a:latin typeface="Times New Roman"/>
                <a:cs typeface="Times New Roman"/>
              </a:rPr>
              <a:t>The third stage repeats the first stage by storing a second hex number to memory.</a:t>
            </a:r>
          </a:p>
          <a:p>
            <a:pPr algn="just"/>
            <a:r>
              <a:rPr lang="en-US" sz="2000" dirty="0">
                <a:latin typeface="Times New Roman"/>
                <a:cs typeface="Times New Roman"/>
              </a:rPr>
              <a:t>Finally the fourth stage is performed when the equal sign is pressed.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6657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CA02A5B-2A7F-01A1-8C1C-239552FD1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Times New Roman"/>
                <a:cs typeface="Times New Roman"/>
              </a:rPr>
              <a:t>Application and Future Scope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B66769F7-7796-F0B5-E019-1ECADCF0D9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>
                <a:latin typeface="Times New Roman"/>
                <a:ea typeface="+mn-lt"/>
                <a:cs typeface="+mn-lt"/>
              </a:rPr>
              <a:t>A calculator is a small electronic device used to perform various arithmetic operations like addition, subtraction, multiplication and division.</a:t>
            </a:r>
            <a:endParaRPr lang="en-US" sz="2000" dirty="0">
              <a:latin typeface="Times New Roman"/>
              <a:cs typeface="Times New Roman"/>
            </a:endParaRPr>
          </a:p>
          <a:p>
            <a:r>
              <a:rPr lang="en-US" sz="2000" dirty="0">
                <a:latin typeface="Times New Roman"/>
                <a:ea typeface="+mn-lt"/>
                <a:cs typeface="+mn-lt"/>
              </a:rPr>
              <a:t> It makes our calculations easier and faster. </a:t>
            </a:r>
            <a:endParaRPr lang="en-US" sz="2000">
              <a:latin typeface="Times New Roman"/>
              <a:cs typeface="Times New Roman"/>
            </a:endParaRPr>
          </a:p>
          <a:p>
            <a:r>
              <a:rPr lang="en-US" sz="2000" dirty="0">
                <a:latin typeface="Times New Roman"/>
                <a:ea typeface="+mn-lt"/>
                <a:cs typeface="+mn-lt"/>
              </a:rPr>
              <a:t>It is a portable device that can use anywhere to perform simple mathematical operations.</a:t>
            </a:r>
          </a:p>
          <a:p>
            <a:r>
              <a:rPr lang="en-US" sz="2000" dirty="0">
                <a:latin typeface="Times New Roman"/>
                <a:ea typeface="+mn-lt"/>
                <a:cs typeface="+mn-lt"/>
              </a:rPr>
              <a:t>Human initiative or Manual Labour may be significantly minimized.</a:t>
            </a:r>
          </a:p>
          <a:p>
            <a:r>
              <a:rPr lang="en-US" sz="2000" dirty="0">
                <a:latin typeface="Times New Roman"/>
                <a:ea typeface="+mn-lt"/>
                <a:cs typeface="+mn-lt"/>
              </a:rPr>
              <a:t> Large operations that are conducted manually can be completed in a matter of seconds.</a:t>
            </a:r>
            <a:endParaRPr lang="en-US" sz="20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88816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14787DF-510B-3793-68A1-50479BA20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Times New Roman"/>
                <a:cs typeface="Times New Roman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8159B519-0F05-B826-6070-6E14F3E5D1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>
                <a:latin typeface="Times New Roman"/>
                <a:cs typeface="Times New Roman"/>
              </a:rPr>
              <a:t>Used to calculate algebraic calculations, using microcontroller interfaced with a LCD can perform various operation which are highly accurate. </a:t>
            </a:r>
          </a:p>
          <a:p>
            <a:r>
              <a:rPr lang="en-US" sz="2000" dirty="0">
                <a:latin typeface="Times New Roman"/>
                <a:cs typeface="Times New Roman"/>
              </a:rPr>
              <a:t>Thus this project is very suitable for small scale as well as medium scale calculation.</a:t>
            </a:r>
          </a:p>
        </p:txBody>
      </p:sp>
    </p:spTree>
    <p:extLst>
      <p:ext uri="{BB962C8B-B14F-4D97-AF65-F5344CB8AC3E}">
        <p14:creationId xmlns:p14="http://schemas.microsoft.com/office/powerpoint/2010/main" val="789825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216241D-F3F9-D7F5-D54D-AAC4F58B5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Times New Roman"/>
                <a:cs typeface="Times New Roman"/>
              </a:rPr>
              <a:t>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6F37DF4-E62E-A9DD-964C-EE0C2241EC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>
                <a:latin typeface="Times New Roman"/>
                <a:ea typeface="+mn-lt"/>
                <a:cs typeface="+mn-lt"/>
                <a:hlinkClick r:id="rId2"/>
              </a:rPr>
              <a:t>https://www.engineersgarage.com/calcultor-with-8051-in-c-language/</a:t>
            </a:r>
            <a:endParaRPr lang="en-US" sz="2000">
              <a:latin typeface="Times New Roman"/>
              <a:ea typeface="+mn-lt"/>
              <a:cs typeface="+mn-lt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0621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6195" y="2949299"/>
            <a:ext cx="3433405" cy="6233890"/>
          </a:xfrm>
        </p:spPr>
        <p:txBody>
          <a:bodyPr>
            <a:normAutofit/>
          </a:bodyPr>
          <a:lstStyle/>
          <a:p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8971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65</TotalTime>
  <Words>113</Words>
  <Application>Microsoft Office PowerPoint</Application>
  <PresentationFormat>Widescreen</PresentationFormat>
  <Paragraphs>36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Century Gothic</vt:lpstr>
      <vt:lpstr>Times New Roman</vt:lpstr>
      <vt:lpstr>Wingdings 3</vt:lpstr>
      <vt:lpstr>Wisp</vt:lpstr>
      <vt:lpstr>SIMPLE CALCULATOR</vt:lpstr>
      <vt:lpstr>Content </vt:lpstr>
      <vt:lpstr>Project Overview</vt:lpstr>
      <vt:lpstr>PowerPoint Presentation</vt:lpstr>
      <vt:lpstr>Component Used</vt:lpstr>
      <vt:lpstr>Working </vt:lpstr>
      <vt:lpstr>Application and Future Scope </vt:lpstr>
      <vt:lpstr>Conclusion</vt:lpstr>
      <vt:lpstr>Reference</vt:lpstr>
      <vt:lpstr>THANK YOU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praveen magadum</dc:creator>
  <cp:lastModifiedBy>Microsoft account</cp:lastModifiedBy>
  <cp:revision>343</cp:revision>
  <dcterms:created xsi:type="dcterms:W3CDTF">2013-07-15T20:26:40Z</dcterms:created>
  <dcterms:modified xsi:type="dcterms:W3CDTF">2023-06-07T14:16:51Z</dcterms:modified>
</cp:coreProperties>
</file>